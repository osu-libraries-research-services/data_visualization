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27"/>
  </p:notesMasterIdLst>
  <p:sldIdLst>
    <p:sldId id="367" r:id="rId5"/>
    <p:sldId id="470" r:id="rId6"/>
    <p:sldId id="471" r:id="rId7"/>
    <p:sldId id="472" r:id="rId8"/>
    <p:sldId id="369" r:id="rId9"/>
    <p:sldId id="371" r:id="rId10"/>
    <p:sldId id="373" r:id="rId11"/>
    <p:sldId id="370" r:id="rId12"/>
    <p:sldId id="372" r:id="rId13"/>
    <p:sldId id="374" r:id="rId14"/>
    <p:sldId id="375" r:id="rId15"/>
    <p:sldId id="376" r:id="rId16"/>
    <p:sldId id="391" r:id="rId17"/>
    <p:sldId id="397" r:id="rId18"/>
    <p:sldId id="377" r:id="rId19"/>
    <p:sldId id="433" r:id="rId20"/>
    <p:sldId id="378" r:id="rId21"/>
    <p:sldId id="379" r:id="rId22"/>
    <p:sldId id="380" r:id="rId23"/>
    <p:sldId id="381" r:id="rId24"/>
    <p:sldId id="382" r:id="rId25"/>
    <p:sldId id="383" r:id="rId26"/>
    <p:sldId id="384" r:id="rId27"/>
    <p:sldId id="473" r:id="rId28"/>
    <p:sldId id="432" r:id="rId29"/>
    <p:sldId id="385" r:id="rId30"/>
    <p:sldId id="386" r:id="rId31"/>
    <p:sldId id="387" r:id="rId32"/>
    <p:sldId id="388" r:id="rId33"/>
    <p:sldId id="389" r:id="rId34"/>
    <p:sldId id="390" r:id="rId35"/>
    <p:sldId id="392" r:id="rId36"/>
    <p:sldId id="393" r:id="rId37"/>
    <p:sldId id="394" r:id="rId38"/>
    <p:sldId id="431" r:id="rId39"/>
    <p:sldId id="395" r:id="rId40"/>
    <p:sldId id="396" r:id="rId41"/>
    <p:sldId id="398" r:id="rId42"/>
    <p:sldId id="399" r:id="rId43"/>
    <p:sldId id="400" r:id="rId44"/>
    <p:sldId id="401" r:id="rId45"/>
    <p:sldId id="402" r:id="rId46"/>
    <p:sldId id="403" r:id="rId47"/>
    <p:sldId id="430" r:id="rId48"/>
    <p:sldId id="404" r:id="rId49"/>
    <p:sldId id="405" r:id="rId50"/>
    <p:sldId id="406" r:id="rId51"/>
    <p:sldId id="407" r:id="rId52"/>
    <p:sldId id="408" r:id="rId53"/>
    <p:sldId id="410" r:id="rId54"/>
    <p:sldId id="409" r:id="rId55"/>
    <p:sldId id="411" r:id="rId56"/>
    <p:sldId id="429" r:id="rId57"/>
    <p:sldId id="412" r:id="rId58"/>
    <p:sldId id="428" r:id="rId59"/>
    <p:sldId id="413" r:id="rId60"/>
    <p:sldId id="414" r:id="rId61"/>
    <p:sldId id="415" r:id="rId62"/>
    <p:sldId id="416" r:id="rId63"/>
    <p:sldId id="417" r:id="rId64"/>
    <p:sldId id="418" r:id="rId65"/>
    <p:sldId id="427" r:id="rId66"/>
    <p:sldId id="419" r:id="rId67"/>
    <p:sldId id="420" r:id="rId68"/>
    <p:sldId id="421" r:id="rId69"/>
    <p:sldId id="425" r:id="rId70"/>
    <p:sldId id="426" r:id="rId71"/>
    <p:sldId id="422" r:id="rId72"/>
    <p:sldId id="423" r:id="rId73"/>
    <p:sldId id="424" r:id="rId74"/>
    <p:sldId id="434" r:id="rId75"/>
    <p:sldId id="435" r:id="rId76"/>
    <p:sldId id="436" r:id="rId77"/>
    <p:sldId id="437" r:id="rId78"/>
    <p:sldId id="439" r:id="rId79"/>
    <p:sldId id="438" r:id="rId80"/>
    <p:sldId id="440" r:id="rId81"/>
    <p:sldId id="441" r:id="rId82"/>
    <p:sldId id="442" r:id="rId83"/>
    <p:sldId id="443" r:id="rId84"/>
    <p:sldId id="444" r:id="rId85"/>
    <p:sldId id="445" r:id="rId86"/>
    <p:sldId id="446" r:id="rId87"/>
    <p:sldId id="447" r:id="rId88"/>
    <p:sldId id="448" r:id="rId89"/>
    <p:sldId id="451" r:id="rId90"/>
    <p:sldId id="453" r:id="rId91"/>
    <p:sldId id="454" r:id="rId92"/>
    <p:sldId id="455" r:id="rId93"/>
    <p:sldId id="456" r:id="rId94"/>
    <p:sldId id="457" r:id="rId95"/>
    <p:sldId id="458" r:id="rId96"/>
    <p:sldId id="459" r:id="rId97"/>
    <p:sldId id="460" r:id="rId98"/>
    <p:sldId id="461" r:id="rId99"/>
    <p:sldId id="462" r:id="rId100"/>
    <p:sldId id="450" r:id="rId101"/>
    <p:sldId id="463" r:id="rId102"/>
    <p:sldId id="464" r:id="rId103"/>
    <p:sldId id="449" r:id="rId104"/>
    <p:sldId id="465" r:id="rId105"/>
    <p:sldId id="466" r:id="rId106"/>
    <p:sldId id="468" r:id="rId107"/>
    <p:sldId id="467" r:id="rId108"/>
    <p:sldId id="474" r:id="rId109"/>
    <p:sldId id="475" r:id="rId110"/>
    <p:sldId id="478" r:id="rId111"/>
    <p:sldId id="480" r:id="rId112"/>
    <p:sldId id="476" r:id="rId113"/>
    <p:sldId id="485" r:id="rId114"/>
    <p:sldId id="483" r:id="rId115"/>
    <p:sldId id="486" r:id="rId116"/>
    <p:sldId id="487" r:id="rId117"/>
    <p:sldId id="488" r:id="rId118"/>
    <p:sldId id="492" r:id="rId119"/>
    <p:sldId id="489" r:id="rId120"/>
    <p:sldId id="490" r:id="rId121"/>
    <p:sldId id="491" r:id="rId122"/>
    <p:sldId id="482" r:id="rId123"/>
    <p:sldId id="493" r:id="rId124"/>
    <p:sldId id="494" r:id="rId125"/>
    <p:sldId id="495" r:id="rId1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mple Slides" id="{CBD7D772-17AE-AC4B-BBFE-463C72D05109}">
          <p14:sldIdLst>
            <p14:sldId id="367"/>
            <p14:sldId id="470"/>
            <p14:sldId id="471"/>
            <p14:sldId id="472"/>
            <p14:sldId id="369"/>
            <p14:sldId id="371"/>
            <p14:sldId id="373"/>
            <p14:sldId id="370"/>
            <p14:sldId id="372"/>
            <p14:sldId id="374"/>
            <p14:sldId id="375"/>
            <p14:sldId id="376"/>
            <p14:sldId id="391"/>
            <p14:sldId id="397"/>
            <p14:sldId id="377"/>
            <p14:sldId id="433"/>
            <p14:sldId id="378"/>
            <p14:sldId id="379"/>
            <p14:sldId id="380"/>
            <p14:sldId id="381"/>
            <p14:sldId id="382"/>
            <p14:sldId id="383"/>
            <p14:sldId id="384"/>
            <p14:sldId id="473"/>
            <p14:sldId id="432"/>
            <p14:sldId id="385"/>
            <p14:sldId id="386"/>
            <p14:sldId id="387"/>
            <p14:sldId id="388"/>
            <p14:sldId id="389"/>
            <p14:sldId id="390"/>
            <p14:sldId id="392"/>
            <p14:sldId id="393"/>
            <p14:sldId id="394"/>
            <p14:sldId id="431"/>
            <p14:sldId id="395"/>
            <p14:sldId id="396"/>
            <p14:sldId id="398"/>
            <p14:sldId id="399"/>
            <p14:sldId id="400"/>
            <p14:sldId id="401"/>
            <p14:sldId id="402"/>
            <p14:sldId id="403"/>
            <p14:sldId id="430"/>
            <p14:sldId id="404"/>
            <p14:sldId id="405"/>
            <p14:sldId id="406"/>
            <p14:sldId id="407"/>
            <p14:sldId id="408"/>
            <p14:sldId id="410"/>
            <p14:sldId id="409"/>
            <p14:sldId id="411"/>
            <p14:sldId id="429"/>
            <p14:sldId id="412"/>
            <p14:sldId id="428"/>
            <p14:sldId id="413"/>
            <p14:sldId id="414"/>
            <p14:sldId id="415"/>
            <p14:sldId id="416"/>
            <p14:sldId id="417"/>
            <p14:sldId id="418"/>
            <p14:sldId id="427"/>
            <p14:sldId id="419"/>
            <p14:sldId id="420"/>
            <p14:sldId id="421"/>
            <p14:sldId id="425"/>
            <p14:sldId id="426"/>
            <p14:sldId id="422"/>
            <p14:sldId id="423"/>
            <p14:sldId id="424"/>
            <p14:sldId id="434"/>
            <p14:sldId id="435"/>
            <p14:sldId id="436"/>
            <p14:sldId id="437"/>
            <p14:sldId id="439"/>
            <p14:sldId id="438"/>
            <p14:sldId id="440"/>
            <p14:sldId id="441"/>
            <p14:sldId id="442"/>
            <p14:sldId id="443"/>
            <p14:sldId id="444"/>
            <p14:sldId id="445"/>
            <p14:sldId id="446"/>
            <p14:sldId id="447"/>
            <p14:sldId id="448"/>
            <p14:sldId id="451"/>
            <p14:sldId id="453"/>
            <p14:sldId id="454"/>
            <p14:sldId id="455"/>
            <p14:sldId id="456"/>
            <p14:sldId id="457"/>
            <p14:sldId id="458"/>
            <p14:sldId id="459"/>
            <p14:sldId id="460"/>
            <p14:sldId id="461"/>
            <p14:sldId id="462"/>
            <p14:sldId id="450"/>
            <p14:sldId id="463"/>
            <p14:sldId id="464"/>
            <p14:sldId id="449"/>
            <p14:sldId id="465"/>
            <p14:sldId id="466"/>
            <p14:sldId id="468"/>
            <p14:sldId id="467"/>
            <p14:sldId id="474"/>
            <p14:sldId id="475"/>
            <p14:sldId id="478"/>
            <p14:sldId id="480"/>
            <p14:sldId id="476"/>
            <p14:sldId id="485"/>
            <p14:sldId id="483"/>
            <p14:sldId id="486"/>
            <p14:sldId id="487"/>
            <p14:sldId id="488"/>
            <p14:sldId id="492"/>
            <p14:sldId id="489"/>
            <p14:sldId id="490"/>
            <p14:sldId id="491"/>
            <p14:sldId id="482"/>
            <p14:sldId id="493"/>
            <p14:sldId id="494"/>
            <p14:sldId id="4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324"/>
    <a:srgbClr val="BA0C2F"/>
    <a:srgbClr val="EAB6C0"/>
    <a:srgbClr val="212325"/>
    <a:srgbClr val="3F4443"/>
    <a:srgbClr val="6B6C6C"/>
    <a:srgbClr val="A2AAA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031A68-BF1A-4F3D-83C5-71743F660207}" v="3" dt="2026-06-29T12:13:17.1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presProps" Target="pres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viewProps" Target="view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theme" Target="theme/theme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microsoft.com/office/2016/11/relationships/changesInfo" Target="changesInfos/changesInfo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phy, Sarah" userId="482bb96a-7955-414e-aa63-fb8c5e1343c0" providerId="ADAL" clId="{C9EC699F-184A-46C1-8019-9B90E2F0606E}"/>
    <pc:docChg chg="modSld">
      <pc:chgData name="Murphy, Sarah" userId="482bb96a-7955-414e-aa63-fb8c5e1343c0" providerId="ADAL" clId="{C9EC699F-184A-46C1-8019-9B90E2F0606E}" dt="2026-06-29T12:13:48.246" v="49" actId="20577"/>
      <pc:docMkLst>
        <pc:docMk/>
      </pc:docMkLst>
      <pc:sldChg chg="modSp mod">
        <pc:chgData name="Murphy, Sarah" userId="482bb96a-7955-414e-aa63-fb8c5e1343c0" providerId="ADAL" clId="{C9EC699F-184A-46C1-8019-9B90E2F0606E}" dt="2026-06-29T12:13:48.246" v="49" actId="20577"/>
        <pc:sldMkLst>
          <pc:docMk/>
          <pc:sldMk cId="2343565579" sldId="369"/>
        </pc:sldMkLst>
        <pc:spChg chg="mod">
          <ac:chgData name="Murphy, Sarah" userId="482bb96a-7955-414e-aa63-fb8c5e1343c0" providerId="ADAL" clId="{C9EC699F-184A-46C1-8019-9B90E2F0606E}" dt="2026-06-29T12:13:48.246" v="49" actId="20577"/>
          <ac:spMkLst>
            <pc:docMk/>
            <pc:sldMk cId="2343565579" sldId="369"/>
            <ac:spMk id="5" creationId="{F59CC5A2-3988-0B23-2ECC-625CF6F462FF}"/>
          </ac:spMkLst>
        </pc:spChg>
      </pc:sldChg>
      <pc:sldChg chg="modSp mod">
        <pc:chgData name="Murphy, Sarah" userId="482bb96a-7955-414e-aa63-fb8c5e1343c0" providerId="ADAL" clId="{C9EC699F-184A-46C1-8019-9B90E2F0606E}" dt="2026-06-23T13:46:29.343" v="1" actId="14100"/>
        <pc:sldMkLst>
          <pc:docMk/>
          <pc:sldMk cId="960322024" sldId="476"/>
        </pc:sldMkLst>
        <pc:spChg chg="mod">
          <ac:chgData name="Murphy, Sarah" userId="482bb96a-7955-414e-aa63-fb8c5e1343c0" providerId="ADAL" clId="{C9EC699F-184A-46C1-8019-9B90E2F0606E}" dt="2026-06-23T13:46:29.343" v="1" actId="14100"/>
          <ac:spMkLst>
            <pc:docMk/>
            <pc:sldMk cId="960322024" sldId="476"/>
            <ac:spMk id="20" creationId="{B519C622-1C0A-C417-B2CE-2D371742F8D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D48428-7D1A-4956-9D90-D2E738993E12}"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AA04D00-E3D6-4F42-934E-C14D92C2810F}">
      <dgm:prSet phldrT="[Text]" phldr="0"/>
      <dgm:spPr/>
      <dgm:t>
        <a:bodyPr/>
        <a:lstStyle/>
        <a:p>
          <a:r>
            <a:rPr lang="en-US"/>
            <a:t>Write prompt</a:t>
          </a:r>
        </a:p>
      </dgm:t>
    </dgm:pt>
    <dgm:pt modelId="{78D72EB4-467C-4D31-82AB-8E4779529934}" type="parTrans" cxnId="{85D4B08A-C486-4CB7-82B4-F10CB6E1FE7C}">
      <dgm:prSet/>
      <dgm:spPr/>
      <dgm:t>
        <a:bodyPr/>
        <a:lstStyle/>
        <a:p>
          <a:endParaRPr lang="en-US"/>
        </a:p>
      </dgm:t>
    </dgm:pt>
    <dgm:pt modelId="{FB2AE85F-B834-4683-9BB0-D7185383CBE9}" type="sibTrans" cxnId="{85D4B08A-C486-4CB7-82B4-F10CB6E1FE7C}">
      <dgm:prSet/>
      <dgm:spPr/>
      <dgm:t>
        <a:bodyPr/>
        <a:lstStyle/>
        <a:p>
          <a:endParaRPr lang="en-US"/>
        </a:p>
      </dgm:t>
    </dgm:pt>
    <dgm:pt modelId="{7C61B3F3-212E-446F-AFBE-6EACD8377D8F}">
      <dgm:prSet phldrT="[Text]" phldr="0"/>
      <dgm:spPr/>
      <dgm:t>
        <a:bodyPr/>
        <a:lstStyle/>
        <a:p>
          <a:r>
            <a:rPr lang="en-US"/>
            <a:t>Copilot generates code</a:t>
          </a:r>
        </a:p>
      </dgm:t>
    </dgm:pt>
    <dgm:pt modelId="{CE856FED-E7A7-4436-A783-BB3744FFC04F}" type="parTrans" cxnId="{BBF1E96E-B693-44A4-9AA5-A220DFC8F9BA}">
      <dgm:prSet/>
      <dgm:spPr/>
      <dgm:t>
        <a:bodyPr/>
        <a:lstStyle/>
        <a:p>
          <a:endParaRPr lang="en-US"/>
        </a:p>
      </dgm:t>
    </dgm:pt>
    <dgm:pt modelId="{F85F92A2-399D-4FCE-8071-384C8D3018C5}" type="sibTrans" cxnId="{BBF1E96E-B693-44A4-9AA5-A220DFC8F9BA}">
      <dgm:prSet/>
      <dgm:spPr/>
      <dgm:t>
        <a:bodyPr/>
        <a:lstStyle/>
        <a:p>
          <a:endParaRPr lang="en-US"/>
        </a:p>
      </dgm:t>
    </dgm:pt>
    <dgm:pt modelId="{923C3BD2-A941-47FE-81F7-B427144C47A2}">
      <dgm:prSet phldrT="[Text]" phldr="0"/>
      <dgm:spPr/>
      <dgm:t>
        <a:bodyPr/>
        <a:lstStyle/>
        <a:p>
          <a:r>
            <a:rPr lang="en-US"/>
            <a:t>Analyze response </a:t>
          </a:r>
        </a:p>
      </dgm:t>
    </dgm:pt>
    <dgm:pt modelId="{EC124D38-186B-4586-959D-D220F1DF18A9}" type="parTrans" cxnId="{B3801D23-A8F2-4161-BD8D-AC65C985A8C4}">
      <dgm:prSet/>
      <dgm:spPr/>
      <dgm:t>
        <a:bodyPr/>
        <a:lstStyle/>
        <a:p>
          <a:endParaRPr lang="en-US"/>
        </a:p>
      </dgm:t>
    </dgm:pt>
    <dgm:pt modelId="{D2662BBD-4FBD-4D73-968B-4DB0D2D90881}" type="sibTrans" cxnId="{B3801D23-A8F2-4161-BD8D-AC65C985A8C4}">
      <dgm:prSet/>
      <dgm:spPr/>
      <dgm:t>
        <a:bodyPr/>
        <a:lstStyle/>
        <a:p>
          <a:endParaRPr lang="en-US"/>
        </a:p>
      </dgm:t>
    </dgm:pt>
    <dgm:pt modelId="{19E099C7-447D-4C4A-B9AE-8529F8F5D692}">
      <dgm:prSet phldrT="[Text]" phldr="0"/>
      <dgm:spPr/>
      <dgm:t>
        <a:bodyPr/>
        <a:lstStyle/>
        <a:p>
          <a:r>
            <a:rPr lang="en-US"/>
            <a:t>Test response</a:t>
          </a:r>
        </a:p>
      </dgm:t>
    </dgm:pt>
    <dgm:pt modelId="{D12044E1-895B-4410-A898-F086D3A9AD21}" type="parTrans" cxnId="{17039647-0A01-47D6-B462-33C789DA8F4F}">
      <dgm:prSet/>
      <dgm:spPr/>
      <dgm:t>
        <a:bodyPr/>
        <a:lstStyle/>
        <a:p>
          <a:endParaRPr lang="en-US"/>
        </a:p>
      </dgm:t>
    </dgm:pt>
    <dgm:pt modelId="{C171A58B-A64D-4F60-B42D-1FC2DC6A0500}" type="sibTrans" cxnId="{17039647-0A01-47D6-B462-33C789DA8F4F}">
      <dgm:prSet/>
      <dgm:spPr/>
      <dgm:t>
        <a:bodyPr/>
        <a:lstStyle/>
        <a:p>
          <a:endParaRPr lang="en-US"/>
        </a:p>
      </dgm:t>
    </dgm:pt>
    <dgm:pt modelId="{549B1F3D-1086-4CC6-B359-12B65C8D6D00}" type="pres">
      <dgm:prSet presAssocID="{D3D48428-7D1A-4956-9D90-D2E738993E12}" presName="cycle" presStyleCnt="0">
        <dgm:presLayoutVars>
          <dgm:dir/>
          <dgm:resizeHandles val="exact"/>
        </dgm:presLayoutVars>
      </dgm:prSet>
      <dgm:spPr/>
    </dgm:pt>
    <dgm:pt modelId="{D12DD108-0932-43BE-9DF5-A63CDC5C41B8}" type="pres">
      <dgm:prSet presAssocID="{6AA04D00-E3D6-4F42-934E-C14D92C2810F}" presName="node" presStyleLbl="node1" presStyleIdx="0" presStyleCnt="4">
        <dgm:presLayoutVars>
          <dgm:bulletEnabled val="1"/>
        </dgm:presLayoutVars>
      </dgm:prSet>
      <dgm:spPr/>
    </dgm:pt>
    <dgm:pt modelId="{9D61CABB-91F3-443F-80B1-C266DCB45229}" type="pres">
      <dgm:prSet presAssocID="{FB2AE85F-B834-4683-9BB0-D7185383CBE9}" presName="sibTrans" presStyleLbl="sibTrans2D1" presStyleIdx="0" presStyleCnt="4"/>
      <dgm:spPr/>
    </dgm:pt>
    <dgm:pt modelId="{8FFFE655-CFE9-43A4-8EA6-E60796493BFF}" type="pres">
      <dgm:prSet presAssocID="{FB2AE85F-B834-4683-9BB0-D7185383CBE9}" presName="connectorText" presStyleLbl="sibTrans2D1" presStyleIdx="0" presStyleCnt="4"/>
      <dgm:spPr/>
    </dgm:pt>
    <dgm:pt modelId="{396295AC-0F83-4272-9B49-A50BB7AEF47C}" type="pres">
      <dgm:prSet presAssocID="{7C61B3F3-212E-446F-AFBE-6EACD8377D8F}" presName="node" presStyleLbl="node1" presStyleIdx="1" presStyleCnt="4">
        <dgm:presLayoutVars>
          <dgm:bulletEnabled val="1"/>
        </dgm:presLayoutVars>
      </dgm:prSet>
      <dgm:spPr/>
    </dgm:pt>
    <dgm:pt modelId="{59FB13C5-1170-4498-BAB5-AA22DDB53675}" type="pres">
      <dgm:prSet presAssocID="{F85F92A2-399D-4FCE-8071-384C8D3018C5}" presName="sibTrans" presStyleLbl="sibTrans2D1" presStyleIdx="1" presStyleCnt="4"/>
      <dgm:spPr/>
    </dgm:pt>
    <dgm:pt modelId="{16104507-685C-4C92-8DD1-D64B2E3D4132}" type="pres">
      <dgm:prSet presAssocID="{F85F92A2-399D-4FCE-8071-384C8D3018C5}" presName="connectorText" presStyleLbl="sibTrans2D1" presStyleIdx="1" presStyleCnt="4"/>
      <dgm:spPr/>
    </dgm:pt>
    <dgm:pt modelId="{D40DB9A2-35A7-48D8-A606-D7CAC702AF5A}" type="pres">
      <dgm:prSet presAssocID="{923C3BD2-A941-47FE-81F7-B427144C47A2}" presName="node" presStyleLbl="node1" presStyleIdx="2" presStyleCnt="4">
        <dgm:presLayoutVars>
          <dgm:bulletEnabled val="1"/>
        </dgm:presLayoutVars>
      </dgm:prSet>
      <dgm:spPr/>
    </dgm:pt>
    <dgm:pt modelId="{AB757A0D-E57A-4B21-A06E-7E2C6DA453B0}" type="pres">
      <dgm:prSet presAssocID="{D2662BBD-4FBD-4D73-968B-4DB0D2D90881}" presName="sibTrans" presStyleLbl="sibTrans2D1" presStyleIdx="2" presStyleCnt="4"/>
      <dgm:spPr/>
    </dgm:pt>
    <dgm:pt modelId="{E86F9850-B3BF-4404-AE1D-49E9C5151846}" type="pres">
      <dgm:prSet presAssocID="{D2662BBD-4FBD-4D73-968B-4DB0D2D90881}" presName="connectorText" presStyleLbl="sibTrans2D1" presStyleIdx="2" presStyleCnt="4"/>
      <dgm:spPr/>
    </dgm:pt>
    <dgm:pt modelId="{B5D076A0-084F-49C8-B0FB-475ACA2541C1}" type="pres">
      <dgm:prSet presAssocID="{19E099C7-447D-4C4A-B9AE-8529F8F5D692}" presName="node" presStyleLbl="node1" presStyleIdx="3" presStyleCnt="4">
        <dgm:presLayoutVars>
          <dgm:bulletEnabled val="1"/>
        </dgm:presLayoutVars>
      </dgm:prSet>
      <dgm:spPr/>
    </dgm:pt>
    <dgm:pt modelId="{E5A219C0-D209-4066-B539-BCB014FD9293}" type="pres">
      <dgm:prSet presAssocID="{C171A58B-A64D-4F60-B42D-1FC2DC6A0500}" presName="sibTrans" presStyleLbl="sibTrans2D1" presStyleIdx="3" presStyleCnt="4"/>
      <dgm:spPr/>
    </dgm:pt>
    <dgm:pt modelId="{607DAC92-C830-4904-B27C-52123A3B2E7B}" type="pres">
      <dgm:prSet presAssocID="{C171A58B-A64D-4F60-B42D-1FC2DC6A0500}" presName="connectorText" presStyleLbl="sibTrans2D1" presStyleIdx="3" presStyleCnt="4"/>
      <dgm:spPr/>
    </dgm:pt>
  </dgm:ptLst>
  <dgm:cxnLst>
    <dgm:cxn modelId="{D500B80D-53DB-4E59-BC29-17BFFAC5A65B}" type="presOf" srcId="{C171A58B-A64D-4F60-B42D-1FC2DC6A0500}" destId="{E5A219C0-D209-4066-B539-BCB014FD9293}" srcOrd="0" destOrd="0" presId="urn:microsoft.com/office/officeart/2005/8/layout/cycle2"/>
    <dgm:cxn modelId="{981A2F17-F168-4A3A-9191-B0625FEA7B04}" type="presOf" srcId="{D2662BBD-4FBD-4D73-968B-4DB0D2D90881}" destId="{AB757A0D-E57A-4B21-A06E-7E2C6DA453B0}" srcOrd="0" destOrd="0" presId="urn:microsoft.com/office/officeart/2005/8/layout/cycle2"/>
    <dgm:cxn modelId="{B3801D23-A8F2-4161-BD8D-AC65C985A8C4}" srcId="{D3D48428-7D1A-4956-9D90-D2E738993E12}" destId="{923C3BD2-A941-47FE-81F7-B427144C47A2}" srcOrd="2" destOrd="0" parTransId="{EC124D38-186B-4586-959D-D220F1DF18A9}" sibTransId="{D2662BBD-4FBD-4D73-968B-4DB0D2D90881}"/>
    <dgm:cxn modelId="{0DD39623-8A4B-4611-994A-9D7E500C9595}" type="presOf" srcId="{6AA04D00-E3D6-4F42-934E-C14D92C2810F}" destId="{D12DD108-0932-43BE-9DF5-A63CDC5C41B8}" srcOrd="0" destOrd="0" presId="urn:microsoft.com/office/officeart/2005/8/layout/cycle2"/>
    <dgm:cxn modelId="{FC0D123D-EA47-4E81-A071-65486FFB3449}" type="presOf" srcId="{923C3BD2-A941-47FE-81F7-B427144C47A2}" destId="{D40DB9A2-35A7-48D8-A606-D7CAC702AF5A}" srcOrd="0" destOrd="0" presId="urn:microsoft.com/office/officeart/2005/8/layout/cycle2"/>
    <dgm:cxn modelId="{57ADD863-78E2-48CC-92F2-1343002466BD}" type="presOf" srcId="{FB2AE85F-B834-4683-9BB0-D7185383CBE9}" destId="{8FFFE655-CFE9-43A4-8EA6-E60796493BFF}" srcOrd="1" destOrd="0" presId="urn:microsoft.com/office/officeart/2005/8/layout/cycle2"/>
    <dgm:cxn modelId="{17039647-0A01-47D6-B462-33C789DA8F4F}" srcId="{D3D48428-7D1A-4956-9D90-D2E738993E12}" destId="{19E099C7-447D-4C4A-B9AE-8529F8F5D692}" srcOrd="3" destOrd="0" parTransId="{D12044E1-895B-4410-A898-F086D3A9AD21}" sibTransId="{C171A58B-A64D-4F60-B42D-1FC2DC6A0500}"/>
    <dgm:cxn modelId="{BFFA6F49-7F81-4548-9C7A-CC681D915870}" type="presOf" srcId="{D3D48428-7D1A-4956-9D90-D2E738993E12}" destId="{549B1F3D-1086-4CC6-B359-12B65C8D6D00}" srcOrd="0" destOrd="0" presId="urn:microsoft.com/office/officeart/2005/8/layout/cycle2"/>
    <dgm:cxn modelId="{BBF1E96E-B693-44A4-9AA5-A220DFC8F9BA}" srcId="{D3D48428-7D1A-4956-9D90-D2E738993E12}" destId="{7C61B3F3-212E-446F-AFBE-6EACD8377D8F}" srcOrd="1" destOrd="0" parTransId="{CE856FED-E7A7-4436-A783-BB3744FFC04F}" sibTransId="{F85F92A2-399D-4FCE-8071-384C8D3018C5}"/>
    <dgm:cxn modelId="{6CAF945A-0A9A-4B39-B764-F921CFD368DE}" type="presOf" srcId="{FB2AE85F-B834-4683-9BB0-D7185383CBE9}" destId="{9D61CABB-91F3-443F-80B1-C266DCB45229}" srcOrd="0" destOrd="0" presId="urn:microsoft.com/office/officeart/2005/8/layout/cycle2"/>
    <dgm:cxn modelId="{40A06587-000B-4F6B-B429-4942705B6741}" type="presOf" srcId="{F85F92A2-399D-4FCE-8071-384C8D3018C5}" destId="{16104507-685C-4C92-8DD1-D64B2E3D4132}" srcOrd="1" destOrd="0" presId="urn:microsoft.com/office/officeart/2005/8/layout/cycle2"/>
    <dgm:cxn modelId="{85D4B08A-C486-4CB7-82B4-F10CB6E1FE7C}" srcId="{D3D48428-7D1A-4956-9D90-D2E738993E12}" destId="{6AA04D00-E3D6-4F42-934E-C14D92C2810F}" srcOrd="0" destOrd="0" parTransId="{78D72EB4-467C-4D31-82AB-8E4779529934}" sibTransId="{FB2AE85F-B834-4683-9BB0-D7185383CBE9}"/>
    <dgm:cxn modelId="{AD0145B0-1D2E-43C9-B057-EB6CA05F9F4A}" type="presOf" srcId="{7C61B3F3-212E-446F-AFBE-6EACD8377D8F}" destId="{396295AC-0F83-4272-9B49-A50BB7AEF47C}" srcOrd="0" destOrd="0" presId="urn:microsoft.com/office/officeart/2005/8/layout/cycle2"/>
    <dgm:cxn modelId="{991EB9C7-0068-415E-869D-8F6F22890F1D}" type="presOf" srcId="{C171A58B-A64D-4F60-B42D-1FC2DC6A0500}" destId="{607DAC92-C830-4904-B27C-52123A3B2E7B}" srcOrd="1" destOrd="0" presId="urn:microsoft.com/office/officeart/2005/8/layout/cycle2"/>
    <dgm:cxn modelId="{38C869CA-C506-4861-862E-DFD38C18881C}" type="presOf" srcId="{F85F92A2-399D-4FCE-8071-384C8D3018C5}" destId="{59FB13C5-1170-4498-BAB5-AA22DDB53675}" srcOrd="0" destOrd="0" presId="urn:microsoft.com/office/officeart/2005/8/layout/cycle2"/>
    <dgm:cxn modelId="{1D6824DD-8503-43B1-B3D3-6F464B8D4952}" type="presOf" srcId="{D2662BBD-4FBD-4D73-968B-4DB0D2D90881}" destId="{E86F9850-B3BF-4404-AE1D-49E9C5151846}" srcOrd="1" destOrd="0" presId="urn:microsoft.com/office/officeart/2005/8/layout/cycle2"/>
    <dgm:cxn modelId="{8934A7FD-BCF5-45B6-AEF7-19E615586457}" type="presOf" srcId="{19E099C7-447D-4C4A-B9AE-8529F8F5D692}" destId="{B5D076A0-084F-49C8-B0FB-475ACA2541C1}" srcOrd="0" destOrd="0" presId="urn:microsoft.com/office/officeart/2005/8/layout/cycle2"/>
    <dgm:cxn modelId="{BBB3D21B-AE8D-4AA5-9377-D467C71BEC45}" type="presParOf" srcId="{549B1F3D-1086-4CC6-B359-12B65C8D6D00}" destId="{D12DD108-0932-43BE-9DF5-A63CDC5C41B8}" srcOrd="0" destOrd="0" presId="urn:microsoft.com/office/officeart/2005/8/layout/cycle2"/>
    <dgm:cxn modelId="{19662791-1BD2-43A2-A40F-87C69FD6362B}" type="presParOf" srcId="{549B1F3D-1086-4CC6-B359-12B65C8D6D00}" destId="{9D61CABB-91F3-443F-80B1-C266DCB45229}" srcOrd="1" destOrd="0" presId="urn:microsoft.com/office/officeart/2005/8/layout/cycle2"/>
    <dgm:cxn modelId="{D27B8722-E3A3-4A30-9475-188F30A9CB3F}" type="presParOf" srcId="{9D61CABB-91F3-443F-80B1-C266DCB45229}" destId="{8FFFE655-CFE9-43A4-8EA6-E60796493BFF}" srcOrd="0" destOrd="0" presId="urn:microsoft.com/office/officeart/2005/8/layout/cycle2"/>
    <dgm:cxn modelId="{43951DBC-CA6B-45ED-B57D-34DBFA391C08}" type="presParOf" srcId="{549B1F3D-1086-4CC6-B359-12B65C8D6D00}" destId="{396295AC-0F83-4272-9B49-A50BB7AEF47C}" srcOrd="2" destOrd="0" presId="urn:microsoft.com/office/officeart/2005/8/layout/cycle2"/>
    <dgm:cxn modelId="{3E82A712-B8CB-46B8-AB85-717FFF084F48}" type="presParOf" srcId="{549B1F3D-1086-4CC6-B359-12B65C8D6D00}" destId="{59FB13C5-1170-4498-BAB5-AA22DDB53675}" srcOrd="3" destOrd="0" presId="urn:microsoft.com/office/officeart/2005/8/layout/cycle2"/>
    <dgm:cxn modelId="{08AAEF45-2718-47F6-8320-A71A33EAD0B9}" type="presParOf" srcId="{59FB13C5-1170-4498-BAB5-AA22DDB53675}" destId="{16104507-685C-4C92-8DD1-D64B2E3D4132}" srcOrd="0" destOrd="0" presId="urn:microsoft.com/office/officeart/2005/8/layout/cycle2"/>
    <dgm:cxn modelId="{F58EBBF3-3406-4838-9C26-F7FC9FBF8995}" type="presParOf" srcId="{549B1F3D-1086-4CC6-B359-12B65C8D6D00}" destId="{D40DB9A2-35A7-48D8-A606-D7CAC702AF5A}" srcOrd="4" destOrd="0" presId="urn:microsoft.com/office/officeart/2005/8/layout/cycle2"/>
    <dgm:cxn modelId="{B5FA7089-5D1D-475C-8EF7-A831DD070C61}" type="presParOf" srcId="{549B1F3D-1086-4CC6-B359-12B65C8D6D00}" destId="{AB757A0D-E57A-4B21-A06E-7E2C6DA453B0}" srcOrd="5" destOrd="0" presId="urn:microsoft.com/office/officeart/2005/8/layout/cycle2"/>
    <dgm:cxn modelId="{3A19EEDE-4B80-415D-AADD-2D1EE0E51E09}" type="presParOf" srcId="{AB757A0D-E57A-4B21-A06E-7E2C6DA453B0}" destId="{E86F9850-B3BF-4404-AE1D-49E9C5151846}" srcOrd="0" destOrd="0" presId="urn:microsoft.com/office/officeart/2005/8/layout/cycle2"/>
    <dgm:cxn modelId="{43639DFA-D444-4D1B-A2DA-4C7742D53E29}" type="presParOf" srcId="{549B1F3D-1086-4CC6-B359-12B65C8D6D00}" destId="{B5D076A0-084F-49C8-B0FB-475ACA2541C1}" srcOrd="6" destOrd="0" presId="urn:microsoft.com/office/officeart/2005/8/layout/cycle2"/>
    <dgm:cxn modelId="{40D69E26-24E2-49AE-867D-27E0175E9DB7}" type="presParOf" srcId="{549B1F3D-1086-4CC6-B359-12B65C8D6D00}" destId="{E5A219C0-D209-4066-B539-BCB014FD9293}" srcOrd="7" destOrd="0" presId="urn:microsoft.com/office/officeart/2005/8/layout/cycle2"/>
    <dgm:cxn modelId="{8FA613C8-6FAB-4070-B883-49F41BE29D9D}" type="presParOf" srcId="{E5A219C0-D209-4066-B539-BCB014FD9293}" destId="{607DAC92-C830-4904-B27C-52123A3B2E7B}"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DD108-0932-43BE-9DF5-A63CDC5C41B8}">
      <dsp:nvSpPr>
        <dsp:cNvPr id="0" name=""/>
        <dsp:cNvSpPr/>
      </dsp:nvSpPr>
      <dsp:spPr>
        <a:xfrm>
          <a:off x="3196828" y="1442"/>
          <a:ext cx="1734343" cy="17343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a:t>Write prompt</a:t>
          </a:r>
        </a:p>
      </dsp:txBody>
      <dsp:txXfrm>
        <a:off x="3450817" y="255431"/>
        <a:ext cx="1226365" cy="1226365"/>
      </dsp:txXfrm>
    </dsp:sp>
    <dsp:sp modelId="{9D61CABB-91F3-443F-80B1-C266DCB45229}">
      <dsp:nvSpPr>
        <dsp:cNvPr id="0" name=""/>
        <dsp:cNvSpPr/>
      </dsp:nvSpPr>
      <dsp:spPr>
        <a:xfrm rot="2700000">
          <a:off x="4744905" y="1487088"/>
          <a:ext cx="460478" cy="5853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765136" y="1555315"/>
        <a:ext cx="322335" cy="351205"/>
      </dsp:txXfrm>
    </dsp:sp>
    <dsp:sp modelId="{396295AC-0F83-4272-9B49-A50BB7AEF47C}">
      <dsp:nvSpPr>
        <dsp:cNvPr id="0" name=""/>
        <dsp:cNvSpPr/>
      </dsp:nvSpPr>
      <dsp:spPr>
        <a:xfrm>
          <a:off x="5037547" y="1842161"/>
          <a:ext cx="1734343" cy="17343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a:t>Copilot generates code</a:t>
          </a:r>
        </a:p>
      </dsp:txBody>
      <dsp:txXfrm>
        <a:off x="5291536" y="2096150"/>
        <a:ext cx="1226365" cy="1226365"/>
      </dsp:txXfrm>
    </dsp:sp>
    <dsp:sp modelId="{59FB13C5-1170-4498-BAB5-AA22DDB53675}">
      <dsp:nvSpPr>
        <dsp:cNvPr id="0" name=""/>
        <dsp:cNvSpPr/>
      </dsp:nvSpPr>
      <dsp:spPr>
        <a:xfrm rot="8100000">
          <a:off x="4763335" y="3327807"/>
          <a:ext cx="460478" cy="5853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4881247" y="3396034"/>
        <a:ext cx="322335" cy="351205"/>
      </dsp:txXfrm>
    </dsp:sp>
    <dsp:sp modelId="{D40DB9A2-35A7-48D8-A606-D7CAC702AF5A}">
      <dsp:nvSpPr>
        <dsp:cNvPr id="0" name=""/>
        <dsp:cNvSpPr/>
      </dsp:nvSpPr>
      <dsp:spPr>
        <a:xfrm>
          <a:off x="3196828" y="3682880"/>
          <a:ext cx="1734343" cy="17343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a:t>Analyze response </a:t>
          </a:r>
        </a:p>
      </dsp:txBody>
      <dsp:txXfrm>
        <a:off x="3450817" y="3936869"/>
        <a:ext cx="1226365" cy="1226365"/>
      </dsp:txXfrm>
    </dsp:sp>
    <dsp:sp modelId="{AB757A0D-E57A-4B21-A06E-7E2C6DA453B0}">
      <dsp:nvSpPr>
        <dsp:cNvPr id="0" name=""/>
        <dsp:cNvSpPr/>
      </dsp:nvSpPr>
      <dsp:spPr>
        <a:xfrm rot="13500000">
          <a:off x="2922616" y="3346237"/>
          <a:ext cx="460478" cy="5853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040528" y="3512146"/>
        <a:ext cx="322335" cy="351205"/>
      </dsp:txXfrm>
    </dsp:sp>
    <dsp:sp modelId="{B5D076A0-084F-49C8-B0FB-475ACA2541C1}">
      <dsp:nvSpPr>
        <dsp:cNvPr id="0" name=""/>
        <dsp:cNvSpPr/>
      </dsp:nvSpPr>
      <dsp:spPr>
        <a:xfrm>
          <a:off x="1356108" y="1842161"/>
          <a:ext cx="1734343" cy="17343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a:t>Test response</a:t>
          </a:r>
        </a:p>
      </dsp:txBody>
      <dsp:txXfrm>
        <a:off x="1610097" y="2096150"/>
        <a:ext cx="1226365" cy="1226365"/>
      </dsp:txXfrm>
    </dsp:sp>
    <dsp:sp modelId="{E5A219C0-D209-4066-B539-BCB014FD9293}">
      <dsp:nvSpPr>
        <dsp:cNvPr id="0" name=""/>
        <dsp:cNvSpPr/>
      </dsp:nvSpPr>
      <dsp:spPr>
        <a:xfrm rot="18900000">
          <a:off x="2904186" y="1505518"/>
          <a:ext cx="460478" cy="5853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2924417" y="1671427"/>
        <a:ext cx="322335" cy="351205"/>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548DD-AF31-45BA-A26D-7AC4939564ED}"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B58C05-38F5-46EB-BECD-5394A7777BCD}" type="slidenum">
              <a:rPr lang="en-US" smtClean="0"/>
              <a:t>‹#›</a:t>
            </a:fld>
            <a:endParaRPr lang="en-US"/>
          </a:p>
        </p:txBody>
      </p:sp>
    </p:spTree>
    <p:extLst>
      <p:ext uri="{BB962C8B-B14F-4D97-AF65-F5344CB8AC3E}">
        <p14:creationId xmlns:p14="http://schemas.microsoft.com/office/powerpoint/2010/main" val="383086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Gray">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B7563A70-D23D-D7C3-314B-097E27A5202C}"/>
              </a:ext>
              <a:ext uri="{C183D7F6-B498-43B3-948B-1728B52AA6E4}">
                <adec:decorative xmlns:adec="http://schemas.microsoft.com/office/drawing/2017/decorative" val="1"/>
              </a:ext>
            </a:extLst>
          </p:cNvPr>
          <p:cNvSpPr/>
          <p:nvPr userDrawn="1"/>
        </p:nvSpPr>
        <p:spPr>
          <a:xfrm>
            <a:off x="0" y="1"/>
            <a:ext cx="12192000" cy="6147412"/>
          </a:xfrm>
          <a:custGeom>
            <a:avLst/>
            <a:gdLst>
              <a:gd name="connsiteX0" fmla="*/ 0 w 11391441"/>
              <a:gd name="connsiteY0" fmla="*/ 11017 h 5772839"/>
              <a:gd name="connsiteX1" fmla="*/ 0 w 11391441"/>
              <a:gd name="connsiteY1" fmla="*/ 5772839 h 5772839"/>
              <a:gd name="connsiteX2" fmla="*/ 10796530 w 11391441"/>
              <a:gd name="connsiteY2" fmla="*/ 5772839 h 5772839"/>
              <a:gd name="connsiteX3" fmla="*/ 11391441 w 11391441"/>
              <a:gd name="connsiteY3" fmla="*/ 5177928 h 5772839"/>
              <a:gd name="connsiteX4" fmla="*/ 11391441 w 11391441"/>
              <a:gd name="connsiteY4" fmla="*/ 0 h 5772839"/>
              <a:gd name="connsiteX5" fmla="*/ 0 w 11391441"/>
              <a:gd name="connsiteY5" fmla="*/ 11017 h 577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91441" h="5772839">
                <a:moveTo>
                  <a:pt x="0" y="11017"/>
                </a:moveTo>
                <a:lnTo>
                  <a:pt x="0" y="5772839"/>
                </a:lnTo>
                <a:lnTo>
                  <a:pt x="10796530" y="5772839"/>
                </a:lnTo>
                <a:lnTo>
                  <a:pt x="11391441" y="5177928"/>
                </a:lnTo>
                <a:lnTo>
                  <a:pt x="11391441" y="0"/>
                </a:lnTo>
                <a:lnTo>
                  <a:pt x="0" y="1101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uckeye Sans 2" pitchFamily="2" charset="77"/>
            </a:endParaRPr>
          </a:p>
        </p:txBody>
      </p:sp>
      <p:sp>
        <p:nvSpPr>
          <p:cNvPr id="2" name="Title 1">
            <a:extLst>
              <a:ext uri="{FF2B5EF4-FFF2-40B4-BE49-F238E27FC236}">
                <a16:creationId xmlns:a16="http://schemas.microsoft.com/office/drawing/2014/main" id="{7E9F839D-17A6-464E-BE22-E9B747DF33B1}"/>
              </a:ext>
            </a:extLst>
          </p:cNvPr>
          <p:cNvSpPr>
            <a:spLocks noGrp="1"/>
          </p:cNvSpPr>
          <p:nvPr>
            <p:ph type="ctrTitle" hasCustomPrompt="1"/>
          </p:nvPr>
        </p:nvSpPr>
        <p:spPr>
          <a:xfrm>
            <a:off x="1" y="1349829"/>
            <a:ext cx="12191998" cy="2124891"/>
          </a:xfrm>
          <a:noFill/>
        </p:spPr>
        <p:txBody>
          <a:bodyPr lIns="365760" anchor="b" anchorCtr="0">
            <a:normAutofit/>
          </a:bodyPr>
          <a:lstStyle>
            <a:lvl1pPr algn="l">
              <a:defRPr sz="5500"/>
            </a:lvl1pPr>
          </a:lstStyle>
          <a:p>
            <a:r>
              <a:rPr lang="en-US"/>
              <a:t>Click to edit master page title</a:t>
            </a:r>
          </a:p>
        </p:txBody>
      </p:sp>
      <p:sp>
        <p:nvSpPr>
          <p:cNvPr id="4" name="Text Placeholder 2">
            <a:extLst>
              <a:ext uri="{FF2B5EF4-FFF2-40B4-BE49-F238E27FC236}">
                <a16:creationId xmlns:a16="http://schemas.microsoft.com/office/drawing/2014/main" id="{999F202D-C0AE-BF9D-1D1B-6CAA26CEFC71}"/>
              </a:ext>
            </a:extLst>
          </p:cNvPr>
          <p:cNvSpPr>
            <a:spLocks noGrp="1"/>
          </p:cNvSpPr>
          <p:nvPr>
            <p:ph type="body" idx="1" hasCustomPrompt="1"/>
          </p:nvPr>
        </p:nvSpPr>
        <p:spPr>
          <a:xfrm>
            <a:off x="247973" y="3474720"/>
            <a:ext cx="11547152" cy="496976"/>
          </a:xfrm>
        </p:spPr>
        <p:txBody>
          <a:bodyPr>
            <a:normAutofit/>
          </a:bodyPr>
          <a:lstStyle>
            <a:lvl1pPr marL="0" indent="0">
              <a:buNone/>
              <a:defRPr sz="2400" b="0" i="0">
                <a:solidFill>
                  <a:srgbClr val="212325"/>
                </a:solidFill>
                <a:latin typeface="Buckeye Sans 2"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Tree>
    <p:extLst>
      <p:ext uri="{BB962C8B-B14F-4D97-AF65-F5344CB8AC3E}">
        <p14:creationId xmlns:p14="http://schemas.microsoft.com/office/powerpoint/2010/main" val="2614813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839D-17A6-464E-BE22-E9B747DF33B1}"/>
              </a:ext>
            </a:extLst>
          </p:cNvPr>
          <p:cNvSpPr>
            <a:spLocks noGrp="1"/>
          </p:cNvSpPr>
          <p:nvPr>
            <p:ph type="ctrTitle" hasCustomPrompt="1"/>
          </p:nvPr>
        </p:nvSpPr>
        <p:spPr>
          <a:xfrm>
            <a:off x="0" y="1349829"/>
            <a:ext cx="12191999" cy="2124891"/>
          </a:xfrm>
          <a:noFill/>
        </p:spPr>
        <p:txBody>
          <a:bodyPr lIns="365760" anchor="b" anchorCtr="0">
            <a:normAutofit/>
          </a:bodyPr>
          <a:lstStyle>
            <a:lvl1pPr algn="l">
              <a:defRPr sz="5500"/>
            </a:lvl1pPr>
          </a:lstStyle>
          <a:p>
            <a:r>
              <a:rPr lang="en-US"/>
              <a:t>Click to edit master page title</a:t>
            </a:r>
          </a:p>
        </p:txBody>
      </p:sp>
      <p:sp>
        <p:nvSpPr>
          <p:cNvPr id="3" name="Text Placeholder 2">
            <a:extLst>
              <a:ext uri="{FF2B5EF4-FFF2-40B4-BE49-F238E27FC236}">
                <a16:creationId xmlns:a16="http://schemas.microsoft.com/office/drawing/2014/main" id="{FDDA1891-4F18-21D3-C42B-C393E26C9248}"/>
              </a:ext>
            </a:extLst>
          </p:cNvPr>
          <p:cNvSpPr>
            <a:spLocks noGrp="1"/>
          </p:cNvSpPr>
          <p:nvPr>
            <p:ph type="body" idx="1" hasCustomPrompt="1"/>
          </p:nvPr>
        </p:nvSpPr>
        <p:spPr>
          <a:xfrm>
            <a:off x="247973" y="3474720"/>
            <a:ext cx="11547152" cy="496976"/>
          </a:xfrm>
        </p:spPr>
        <p:txBody>
          <a:bodyPr>
            <a:normAutofit/>
          </a:bodyPr>
          <a:lstStyle>
            <a:lvl1pPr marL="0" indent="0">
              <a:buNone/>
              <a:defRPr sz="2400" b="0" i="0">
                <a:solidFill>
                  <a:srgbClr val="212325"/>
                </a:solidFill>
                <a:latin typeface="Buckeye Sans 2"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Tree>
    <p:extLst>
      <p:ext uri="{BB962C8B-B14F-4D97-AF65-F5344CB8AC3E}">
        <p14:creationId xmlns:p14="http://schemas.microsoft.com/office/powerpoint/2010/main" val="2348770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839D-17A6-464E-BE22-E9B747DF33B1}"/>
              </a:ext>
            </a:extLst>
          </p:cNvPr>
          <p:cNvSpPr>
            <a:spLocks noGrp="1"/>
          </p:cNvSpPr>
          <p:nvPr>
            <p:ph type="ctrTitle" hasCustomPrompt="1"/>
          </p:nvPr>
        </p:nvSpPr>
        <p:spPr>
          <a:xfrm>
            <a:off x="1" y="4362996"/>
            <a:ext cx="12191998" cy="1066800"/>
          </a:xfrm>
          <a:noFill/>
        </p:spPr>
        <p:txBody>
          <a:bodyPr lIns="365760" anchor="b" anchorCtr="0">
            <a:normAutofit/>
          </a:bodyPr>
          <a:lstStyle>
            <a:lvl1pPr algn="l">
              <a:defRPr sz="5500"/>
            </a:lvl1pPr>
          </a:lstStyle>
          <a:p>
            <a:r>
              <a:rPr lang="en-US"/>
              <a:t>Click to edit master page title</a:t>
            </a:r>
          </a:p>
        </p:txBody>
      </p:sp>
      <p:sp>
        <p:nvSpPr>
          <p:cNvPr id="4" name="Text Placeholder 2">
            <a:extLst>
              <a:ext uri="{FF2B5EF4-FFF2-40B4-BE49-F238E27FC236}">
                <a16:creationId xmlns:a16="http://schemas.microsoft.com/office/drawing/2014/main" id="{999F202D-C0AE-BF9D-1D1B-6CAA26CEFC71}"/>
              </a:ext>
            </a:extLst>
          </p:cNvPr>
          <p:cNvSpPr>
            <a:spLocks noGrp="1"/>
          </p:cNvSpPr>
          <p:nvPr>
            <p:ph type="body" idx="1" hasCustomPrompt="1"/>
          </p:nvPr>
        </p:nvSpPr>
        <p:spPr>
          <a:xfrm>
            <a:off x="320040" y="5394960"/>
            <a:ext cx="11475085" cy="496976"/>
          </a:xfrm>
        </p:spPr>
        <p:txBody>
          <a:bodyPr>
            <a:normAutofit/>
          </a:bodyPr>
          <a:lstStyle>
            <a:lvl1pPr marL="0" indent="0">
              <a:buNone/>
              <a:defRPr sz="2400" b="0" i="0">
                <a:solidFill>
                  <a:srgbClr val="212325"/>
                </a:solidFill>
                <a:latin typeface="Buckeye Sans 2"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8" name="Picture Placeholder 4">
            <a:extLst>
              <a:ext uri="{FF2B5EF4-FFF2-40B4-BE49-F238E27FC236}">
                <a16:creationId xmlns:a16="http://schemas.microsoft.com/office/drawing/2014/main" id="{16CC2C9D-C02A-BAE3-2704-C31FEC3DB5A0}"/>
              </a:ext>
            </a:extLst>
          </p:cNvPr>
          <p:cNvSpPr>
            <a:spLocks noGrp="1"/>
          </p:cNvSpPr>
          <p:nvPr>
            <p:ph type="pic" sz="quarter" idx="14" hasCustomPrompt="1"/>
          </p:nvPr>
        </p:nvSpPr>
        <p:spPr>
          <a:xfrm>
            <a:off x="0" y="0"/>
            <a:ext cx="12191998" cy="4297680"/>
          </a:xfrm>
        </p:spPr>
        <p:txBody>
          <a:bodyPr anchor="ctr">
            <a:normAutofit/>
          </a:bodyPr>
          <a:lstStyle>
            <a:lvl1pPr marL="0" indent="0" algn="ctr">
              <a:buNone/>
              <a:defRPr sz="1800">
                <a:solidFill>
                  <a:schemeClr val="bg1">
                    <a:lumMod val="50000"/>
                  </a:schemeClr>
                </a:solidFill>
              </a:defRPr>
            </a:lvl1pPr>
          </a:lstStyle>
          <a:p>
            <a:r>
              <a:rPr lang="en-US"/>
              <a:t>Click to add picture;</a:t>
            </a:r>
            <a:br>
              <a:rPr lang="en-US"/>
            </a:br>
            <a:r>
              <a:rPr lang="en-US"/>
              <a:t>send to back</a:t>
            </a:r>
          </a:p>
        </p:txBody>
      </p:sp>
    </p:spTree>
    <p:extLst>
      <p:ext uri="{BB962C8B-B14F-4D97-AF65-F5344CB8AC3E}">
        <p14:creationId xmlns:p14="http://schemas.microsoft.com/office/powerpoint/2010/main" val="3956518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Slide Dark Gra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D499B5A-7DCC-4693-81DE-0BE66B97B47C}"/>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7" name="Freeform 6">
            <a:extLst>
              <a:ext uri="{FF2B5EF4-FFF2-40B4-BE49-F238E27FC236}">
                <a16:creationId xmlns:a16="http://schemas.microsoft.com/office/drawing/2014/main" id="{221065E6-A38E-4F0C-8A91-83E3ADB9FE2D}"/>
              </a:ext>
              <a:ext uri="{C183D7F6-B498-43B3-948B-1728B52AA6E4}">
                <adec:decorative xmlns:adec="http://schemas.microsoft.com/office/drawing/2017/decorative" val="1"/>
              </a:ext>
            </a:extLst>
          </p:cNvPr>
          <p:cNvSpPr/>
          <p:nvPr userDrawn="1"/>
        </p:nvSpPr>
        <p:spPr>
          <a:xfrm>
            <a:off x="400280" y="374573"/>
            <a:ext cx="11391441" cy="5772839"/>
          </a:xfrm>
          <a:custGeom>
            <a:avLst/>
            <a:gdLst>
              <a:gd name="connsiteX0" fmla="*/ 0 w 11391441"/>
              <a:gd name="connsiteY0" fmla="*/ 11017 h 5772839"/>
              <a:gd name="connsiteX1" fmla="*/ 0 w 11391441"/>
              <a:gd name="connsiteY1" fmla="*/ 5772839 h 5772839"/>
              <a:gd name="connsiteX2" fmla="*/ 10796530 w 11391441"/>
              <a:gd name="connsiteY2" fmla="*/ 5772839 h 5772839"/>
              <a:gd name="connsiteX3" fmla="*/ 11391441 w 11391441"/>
              <a:gd name="connsiteY3" fmla="*/ 5177928 h 5772839"/>
              <a:gd name="connsiteX4" fmla="*/ 11391441 w 11391441"/>
              <a:gd name="connsiteY4" fmla="*/ 0 h 5772839"/>
              <a:gd name="connsiteX5" fmla="*/ 0 w 11391441"/>
              <a:gd name="connsiteY5" fmla="*/ 11017 h 577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91441" h="5772839">
                <a:moveTo>
                  <a:pt x="0" y="11017"/>
                </a:moveTo>
                <a:lnTo>
                  <a:pt x="0" y="5772839"/>
                </a:lnTo>
                <a:lnTo>
                  <a:pt x="10796530" y="5772839"/>
                </a:lnTo>
                <a:lnTo>
                  <a:pt x="11391441" y="5177928"/>
                </a:lnTo>
                <a:lnTo>
                  <a:pt x="11391441" y="0"/>
                </a:lnTo>
                <a:lnTo>
                  <a:pt x="0" y="11017"/>
                </a:lnTo>
                <a:close/>
              </a:path>
            </a:pathLst>
          </a:custGeom>
          <a:solidFill>
            <a:srgbClr val="3F44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uckeye Sans 2" pitchFamily="2" charset="77"/>
            </a:endParaRPr>
          </a:p>
        </p:txBody>
      </p:sp>
      <p:sp>
        <p:nvSpPr>
          <p:cNvPr id="8" name="Title 1">
            <a:extLst>
              <a:ext uri="{FF2B5EF4-FFF2-40B4-BE49-F238E27FC236}">
                <a16:creationId xmlns:a16="http://schemas.microsoft.com/office/drawing/2014/main" id="{42AE5508-873C-8C4C-A88E-C1B4E571DDEC}"/>
              </a:ext>
            </a:extLst>
          </p:cNvPr>
          <p:cNvSpPr>
            <a:spLocks noGrp="1"/>
          </p:cNvSpPr>
          <p:nvPr>
            <p:ph type="title" hasCustomPrompt="1"/>
          </p:nvPr>
        </p:nvSpPr>
        <p:spPr>
          <a:xfrm>
            <a:off x="690332" y="1632857"/>
            <a:ext cx="10515600" cy="1796143"/>
          </a:xfrm>
        </p:spPr>
        <p:txBody>
          <a:bodyPr anchor="b" anchorCtr="0">
            <a:normAutofit/>
          </a:bodyPr>
          <a:lstStyle>
            <a:lvl1pPr>
              <a:defRPr sz="5500">
                <a:solidFill>
                  <a:schemeClr val="bg1"/>
                </a:solidFill>
              </a:defRPr>
            </a:lvl1pPr>
          </a:lstStyle>
          <a:p>
            <a:r>
              <a:rPr lang="en-US"/>
              <a:t>Click to edit master page title</a:t>
            </a:r>
          </a:p>
        </p:txBody>
      </p:sp>
      <p:sp>
        <p:nvSpPr>
          <p:cNvPr id="9" name="Text Placeholder 2">
            <a:extLst>
              <a:ext uri="{FF2B5EF4-FFF2-40B4-BE49-F238E27FC236}">
                <a16:creationId xmlns:a16="http://schemas.microsoft.com/office/drawing/2014/main" id="{AC83112E-B440-C046-B221-F7DBDB8A7639}"/>
              </a:ext>
            </a:extLst>
          </p:cNvPr>
          <p:cNvSpPr>
            <a:spLocks noGrp="1"/>
          </p:cNvSpPr>
          <p:nvPr>
            <p:ph type="body" idx="1" hasCustomPrompt="1"/>
          </p:nvPr>
        </p:nvSpPr>
        <p:spPr>
          <a:xfrm>
            <a:off x="690332" y="3457508"/>
            <a:ext cx="10515600" cy="496976"/>
          </a:xfrm>
        </p:spPr>
        <p:txBody>
          <a:bodyPr>
            <a:normAutofit/>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5" name="Footer Placeholder 4">
            <a:extLst>
              <a:ext uri="{FF2B5EF4-FFF2-40B4-BE49-F238E27FC236}">
                <a16:creationId xmlns:a16="http://schemas.microsoft.com/office/drawing/2014/main" id="{7A517FDA-A121-4B28-8DDF-D450DD4715A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984653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Slide Light Gray">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221065E6-A38E-4F0C-8A91-83E3ADB9FE2D}"/>
              </a:ext>
              <a:ext uri="{C183D7F6-B498-43B3-948B-1728B52AA6E4}">
                <adec:decorative xmlns:adec="http://schemas.microsoft.com/office/drawing/2017/decorative" val="1"/>
              </a:ext>
            </a:extLst>
          </p:cNvPr>
          <p:cNvSpPr/>
          <p:nvPr userDrawn="1"/>
        </p:nvSpPr>
        <p:spPr>
          <a:xfrm>
            <a:off x="400280" y="374573"/>
            <a:ext cx="11391441" cy="5772839"/>
          </a:xfrm>
          <a:custGeom>
            <a:avLst/>
            <a:gdLst>
              <a:gd name="connsiteX0" fmla="*/ 0 w 11391441"/>
              <a:gd name="connsiteY0" fmla="*/ 11017 h 5772839"/>
              <a:gd name="connsiteX1" fmla="*/ 0 w 11391441"/>
              <a:gd name="connsiteY1" fmla="*/ 5772839 h 5772839"/>
              <a:gd name="connsiteX2" fmla="*/ 10796530 w 11391441"/>
              <a:gd name="connsiteY2" fmla="*/ 5772839 h 5772839"/>
              <a:gd name="connsiteX3" fmla="*/ 11391441 w 11391441"/>
              <a:gd name="connsiteY3" fmla="*/ 5177928 h 5772839"/>
              <a:gd name="connsiteX4" fmla="*/ 11391441 w 11391441"/>
              <a:gd name="connsiteY4" fmla="*/ 0 h 5772839"/>
              <a:gd name="connsiteX5" fmla="*/ 0 w 11391441"/>
              <a:gd name="connsiteY5" fmla="*/ 11017 h 577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91441" h="5772839">
                <a:moveTo>
                  <a:pt x="0" y="11017"/>
                </a:moveTo>
                <a:lnTo>
                  <a:pt x="0" y="5772839"/>
                </a:lnTo>
                <a:lnTo>
                  <a:pt x="10796530" y="5772839"/>
                </a:lnTo>
                <a:lnTo>
                  <a:pt x="11391441" y="5177928"/>
                </a:lnTo>
                <a:lnTo>
                  <a:pt x="11391441" y="0"/>
                </a:lnTo>
                <a:lnTo>
                  <a:pt x="0" y="1101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uckeye Sans 2" pitchFamily="2" charset="77"/>
            </a:endParaRPr>
          </a:p>
        </p:txBody>
      </p:sp>
      <p:sp>
        <p:nvSpPr>
          <p:cNvPr id="6" name="Slide Number Placeholder 5">
            <a:extLst>
              <a:ext uri="{FF2B5EF4-FFF2-40B4-BE49-F238E27FC236}">
                <a16:creationId xmlns:a16="http://schemas.microsoft.com/office/drawing/2014/main" id="{CD499B5A-7DCC-4693-81DE-0BE66B97B47C}"/>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8" name="Title 1">
            <a:extLst>
              <a:ext uri="{FF2B5EF4-FFF2-40B4-BE49-F238E27FC236}">
                <a16:creationId xmlns:a16="http://schemas.microsoft.com/office/drawing/2014/main" id="{42AE5508-873C-8C4C-A88E-C1B4E571DDEC}"/>
              </a:ext>
            </a:extLst>
          </p:cNvPr>
          <p:cNvSpPr>
            <a:spLocks noGrp="1"/>
          </p:cNvSpPr>
          <p:nvPr>
            <p:ph type="title" hasCustomPrompt="1"/>
          </p:nvPr>
        </p:nvSpPr>
        <p:spPr>
          <a:xfrm>
            <a:off x="690332" y="1632857"/>
            <a:ext cx="10515600" cy="1796143"/>
          </a:xfrm>
        </p:spPr>
        <p:txBody>
          <a:bodyPr anchor="b" anchorCtr="0">
            <a:normAutofit/>
          </a:bodyPr>
          <a:lstStyle>
            <a:lvl1pPr>
              <a:defRPr sz="5500">
                <a:solidFill>
                  <a:schemeClr val="tx1"/>
                </a:solidFill>
              </a:defRPr>
            </a:lvl1pPr>
          </a:lstStyle>
          <a:p>
            <a:r>
              <a:rPr lang="en-US"/>
              <a:t>Click to edit master page title</a:t>
            </a:r>
          </a:p>
        </p:txBody>
      </p:sp>
      <p:sp>
        <p:nvSpPr>
          <p:cNvPr id="9" name="Text Placeholder 2">
            <a:extLst>
              <a:ext uri="{FF2B5EF4-FFF2-40B4-BE49-F238E27FC236}">
                <a16:creationId xmlns:a16="http://schemas.microsoft.com/office/drawing/2014/main" id="{AC83112E-B440-C046-B221-F7DBDB8A7639}"/>
              </a:ext>
            </a:extLst>
          </p:cNvPr>
          <p:cNvSpPr>
            <a:spLocks noGrp="1"/>
          </p:cNvSpPr>
          <p:nvPr>
            <p:ph type="body" idx="1" hasCustomPrompt="1"/>
          </p:nvPr>
        </p:nvSpPr>
        <p:spPr>
          <a:xfrm>
            <a:off x="690332" y="3457508"/>
            <a:ext cx="10515600" cy="496976"/>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5" name="Footer Placeholder 4">
            <a:extLst>
              <a:ext uri="{FF2B5EF4-FFF2-40B4-BE49-F238E27FC236}">
                <a16:creationId xmlns:a16="http://schemas.microsoft.com/office/drawing/2014/main" id="{7A517FDA-A121-4B28-8DDF-D450DD4715A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86470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Slide Scarlet">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221065E6-A38E-4F0C-8A91-83E3ADB9FE2D}"/>
              </a:ext>
              <a:ext uri="{C183D7F6-B498-43B3-948B-1728B52AA6E4}">
                <adec:decorative xmlns:adec="http://schemas.microsoft.com/office/drawing/2017/decorative" val="1"/>
              </a:ext>
            </a:extLst>
          </p:cNvPr>
          <p:cNvSpPr/>
          <p:nvPr userDrawn="1"/>
        </p:nvSpPr>
        <p:spPr>
          <a:xfrm>
            <a:off x="400280" y="374573"/>
            <a:ext cx="11391441" cy="5772839"/>
          </a:xfrm>
          <a:custGeom>
            <a:avLst/>
            <a:gdLst>
              <a:gd name="connsiteX0" fmla="*/ 0 w 11391441"/>
              <a:gd name="connsiteY0" fmla="*/ 11017 h 5772839"/>
              <a:gd name="connsiteX1" fmla="*/ 0 w 11391441"/>
              <a:gd name="connsiteY1" fmla="*/ 5772839 h 5772839"/>
              <a:gd name="connsiteX2" fmla="*/ 10796530 w 11391441"/>
              <a:gd name="connsiteY2" fmla="*/ 5772839 h 5772839"/>
              <a:gd name="connsiteX3" fmla="*/ 11391441 w 11391441"/>
              <a:gd name="connsiteY3" fmla="*/ 5177928 h 5772839"/>
              <a:gd name="connsiteX4" fmla="*/ 11391441 w 11391441"/>
              <a:gd name="connsiteY4" fmla="*/ 0 h 5772839"/>
              <a:gd name="connsiteX5" fmla="*/ 0 w 11391441"/>
              <a:gd name="connsiteY5" fmla="*/ 11017 h 577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91441" h="5772839">
                <a:moveTo>
                  <a:pt x="0" y="11017"/>
                </a:moveTo>
                <a:lnTo>
                  <a:pt x="0" y="5772839"/>
                </a:lnTo>
                <a:lnTo>
                  <a:pt x="10796530" y="5772839"/>
                </a:lnTo>
                <a:lnTo>
                  <a:pt x="11391441" y="5177928"/>
                </a:lnTo>
                <a:lnTo>
                  <a:pt x="11391441" y="0"/>
                </a:lnTo>
                <a:lnTo>
                  <a:pt x="0" y="1101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uckeye Sans 2" pitchFamily="2" charset="77"/>
            </a:endParaRPr>
          </a:p>
        </p:txBody>
      </p:sp>
      <p:sp>
        <p:nvSpPr>
          <p:cNvPr id="6" name="Slide Number Placeholder 5">
            <a:extLst>
              <a:ext uri="{FF2B5EF4-FFF2-40B4-BE49-F238E27FC236}">
                <a16:creationId xmlns:a16="http://schemas.microsoft.com/office/drawing/2014/main" id="{CD499B5A-7DCC-4693-81DE-0BE66B97B47C}"/>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8" name="Title 1">
            <a:extLst>
              <a:ext uri="{FF2B5EF4-FFF2-40B4-BE49-F238E27FC236}">
                <a16:creationId xmlns:a16="http://schemas.microsoft.com/office/drawing/2014/main" id="{42AE5508-873C-8C4C-A88E-C1B4E571DDEC}"/>
              </a:ext>
            </a:extLst>
          </p:cNvPr>
          <p:cNvSpPr>
            <a:spLocks noGrp="1"/>
          </p:cNvSpPr>
          <p:nvPr>
            <p:ph type="title" hasCustomPrompt="1"/>
          </p:nvPr>
        </p:nvSpPr>
        <p:spPr>
          <a:xfrm>
            <a:off x="690332" y="1632857"/>
            <a:ext cx="10515600" cy="1796143"/>
          </a:xfrm>
        </p:spPr>
        <p:txBody>
          <a:bodyPr anchor="b" anchorCtr="0">
            <a:normAutofit/>
          </a:bodyPr>
          <a:lstStyle>
            <a:lvl1pPr>
              <a:defRPr sz="5500">
                <a:solidFill>
                  <a:schemeClr val="bg1"/>
                </a:solidFill>
              </a:defRPr>
            </a:lvl1pPr>
          </a:lstStyle>
          <a:p>
            <a:r>
              <a:rPr lang="en-US"/>
              <a:t>Click to edit master page title</a:t>
            </a:r>
          </a:p>
        </p:txBody>
      </p:sp>
      <p:sp>
        <p:nvSpPr>
          <p:cNvPr id="9" name="Text Placeholder 2">
            <a:extLst>
              <a:ext uri="{FF2B5EF4-FFF2-40B4-BE49-F238E27FC236}">
                <a16:creationId xmlns:a16="http://schemas.microsoft.com/office/drawing/2014/main" id="{AC83112E-B440-C046-B221-F7DBDB8A7639}"/>
              </a:ext>
            </a:extLst>
          </p:cNvPr>
          <p:cNvSpPr>
            <a:spLocks noGrp="1"/>
          </p:cNvSpPr>
          <p:nvPr>
            <p:ph type="body" idx="1" hasCustomPrompt="1"/>
          </p:nvPr>
        </p:nvSpPr>
        <p:spPr>
          <a:xfrm>
            <a:off x="690332" y="3457508"/>
            <a:ext cx="10515600" cy="496976"/>
          </a:xfrm>
        </p:spPr>
        <p:txBody>
          <a:bodyPr>
            <a:normAutofit/>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copy</a:t>
            </a:r>
          </a:p>
        </p:txBody>
      </p:sp>
      <p:sp>
        <p:nvSpPr>
          <p:cNvPr id="5" name="Footer Placeholder 4">
            <a:extLst>
              <a:ext uri="{FF2B5EF4-FFF2-40B4-BE49-F238E27FC236}">
                <a16:creationId xmlns:a16="http://schemas.microsoft.com/office/drawing/2014/main" id="{7A517FDA-A121-4B28-8DDF-D450DD4715A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72367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Text 1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6899665-9022-4763-9F34-BC62AC635B9F}"/>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0" name="Title 1">
            <a:extLst>
              <a:ext uri="{FF2B5EF4-FFF2-40B4-BE49-F238E27FC236}">
                <a16:creationId xmlns:a16="http://schemas.microsoft.com/office/drawing/2014/main" id="{8555A3A3-AC3C-EC5C-5238-EE7CBAE0B869}"/>
              </a:ext>
            </a:extLst>
          </p:cNvPr>
          <p:cNvSpPr>
            <a:spLocks noGrp="1"/>
          </p:cNvSpPr>
          <p:nvPr>
            <p:ph type="title" hasCustomPrompt="1"/>
          </p:nvPr>
        </p:nvSpPr>
        <p:spPr>
          <a:xfrm>
            <a:off x="396873" y="898954"/>
            <a:ext cx="11398253" cy="838854"/>
          </a:xfrm>
        </p:spPr>
        <p:txBody>
          <a:bodyPr anchor="t"/>
          <a:lstStyle/>
          <a:p>
            <a:r>
              <a:rPr lang="en-US"/>
              <a:t>Click to edit master page title</a:t>
            </a:r>
          </a:p>
        </p:txBody>
      </p:sp>
      <p:sp>
        <p:nvSpPr>
          <p:cNvPr id="11" name="Text Placeholder 4">
            <a:extLst>
              <a:ext uri="{FF2B5EF4-FFF2-40B4-BE49-F238E27FC236}">
                <a16:creationId xmlns:a16="http://schemas.microsoft.com/office/drawing/2014/main" id="{AD145B43-FC71-CFED-BAD0-9399BDDCE1ED}"/>
              </a:ext>
            </a:extLst>
          </p:cNvPr>
          <p:cNvSpPr>
            <a:spLocks noGrp="1"/>
          </p:cNvSpPr>
          <p:nvPr>
            <p:ph type="body" sz="quarter" idx="29" hasCustomPrompt="1"/>
          </p:nvPr>
        </p:nvSpPr>
        <p:spPr>
          <a:xfrm>
            <a:off x="396429" y="576942"/>
            <a:ext cx="11398254" cy="224040"/>
          </a:xfrm>
        </p:spPr>
        <p:txBody>
          <a:bodyPr anchor="t">
            <a:normAutofit/>
          </a:bodyPr>
          <a:lstStyle>
            <a:lvl1pPr marL="0" indent="0" algn="l">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SECTION HEADING (OPTIONAL) </a:t>
            </a:r>
          </a:p>
        </p:txBody>
      </p:sp>
      <p:sp>
        <p:nvSpPr>
          <p:cNvPr id="3" name="Content Placeholder 2">
            <a:extLst>
              <a:ext uri="{FF2B5EF4-FFF2-40B4-BE49-F238E27FC236}">
                <a16:creationId xmlns:a16="http://schemas.microsoft.com/office/drawing/2014/main" id="{65092BB6-0EC3-47A0-964A-91B4EAB22C4B}"/>
              </a:ext>
            </a:extLst>
          </p:cNvPr>
          <p:cNvSpPr>
            <a:spLocks noGrp="1"/>
          </p:cNvSpPr>
          <p:nvPr>
            <p:ph idx="1" hasCustomPrompt="1"/>
          </p:nvPr>
        </p:nvSpPr>
        <p:spPr>
          <a:xfrm>
            <a:off x="396873" y="2074421"/>
            <a:ext cx="11398254" cy="4015454"/>
          </a:xfrm>
        </p:spPr>
        <p:txBody>
          <a:bodyPr/>
          <a:lstStyle>
            <a:lvl1pPr marL="0" indent="0">
              <a:buClr>
                <a:srgbClr val="C00000"/>
              </a:buClr>
              <a:buSzPct val="110000"/>
              <a:buNone/>
              <a:defRPr/>
            </a:lvl1pPr>
            <a:lvl2pPr marL="685800" indent="-228600">
              <a:buClr>
                <a:srgbClr val="C00000"/>
              </a:buClr>
              <a:buSzPct val="110000"/>
              <a:buFont typeface="Arial" panose="020B0604020202020204" pitchFamily="34" charset="0"/>
              <a:buChar char="•"/>
              <a:defRPr/>
            </a:lvl2pPr>
            <a:lvl3pPr marL="1143000" indent="-228600">
              <a:buClr>
                <a:srgbClr val="C00000"/>
              </a:buClr>
              <a:buSzPct val="90000"/>
              <a:buFont typeface="Courier New" panose="02070309020205020404" pitchFamily="49" charset="0"/>
              <a:buChar char="o"/>
              <a:defRPr/>
            </a:lvl3pPr>
          </a:lstStyle>
          <a:p>
            <a:pPr lvl="0"/>
            <a:r>
              <a:rPr lang="en-US"/>
              <a:t>Click to edit first level copy</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5507D5D7-B1FE-44D4-9552-B7681E39C9D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4145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Text 3 Column">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2" name="Title 1">
            <a:extLst>
              <a:ext uri="{FF2B5EF4-FFF2-40B4-BE49-F238E27FC236}">
                <a16:creationId xmlns:a16="http://schemas.microsoft.com/office/drawing/2014/main" id="{B338790D-1034-D042-D3C2-3BF8915C995A}"/>
              </a:ext>
            </a:extLst>
          </p:cNvPr>
          <p:cNvSpPr>
            <a:spLocks noGrp="1"/>
          </p:cNvSpPr>
          <p:nvPr>
            <p:ph type="title" hasCustomPrompt="1"/>
          </p:nvPr>
        </p:nvSpPr>
        <p:spPr>
          <a:xfrm>
            <a:off x="396873" y="898954"/>
            <a:ext cx="11398253" cy="838854"/>
          </a:xfrm>
        </p:spPr>
        <p:txBody>
          <a:bodyPr anchor="t"/>
          <a:lstStyle/>
          <a:p>
            <a:r>
              <a:rPr lang="en-US"/>
              <a:t>Click to edit master page title</a:t>
            </a:r>
          </a:p>
        </p:txBody>
      </p:sp>
      <p:sp>
        <p:nvSpPr>
          <p:cNvPr id="13" name="Text Placeholder 4">
            <a:extLst>
              <a:ext uri="{FF2B5EF4-FFF2-40B4-BE49-F238E27FC236}">
                <a16:creationId xmlns:a16="http://schemas.microsoft.com/office/drawing/2014/main" id="{89F7AB1A-7858-0364-53A6-E5039FF0E0CD}"/>
              </a:ext>
            </a:extLst>
          </p:cNvPr>
          <p:cNvSpPr>
            <a:spLocks noGrp="1"/>
          </p:cNvSpPr>
          <p:nvPr>
            <p:ph type="body" sz="quarter" idx="29" hasCustomPrompt="1"/>
          </p:nvPr>
        </p:nvSpPr>
        <p:spPr>
          <a:xfrm>
            <a:off x="396429" y="576942"/>
            <a:ext cx="11398254" cy="224040"/>
          </a:xfrm>
        </p:spPr>
        <p:txBody>
          <a:bodyPr anchor="t">
            <a:normAutofit/>
          </a:bodyPr>
          <a:lstStyle>
            <a:lvl1pPr marL="0" indent="0" algn="l">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SECTION HEADING (OPTIONAL) </a:t>
            </a:r>
          </a:p>
        </p:txBody>
      </p:sp>
      <p:sp>
        <p:nvSpPr>
          <p:cNvPr id="3" name="Text Placeholder 2">
            <a:extLst>
              <a:ext uri="{FF2B5EF4-FFF2-40B4-BE49-F238E27FC236}">
                <a16:creationId xmlns:a16="http://schemas.microsoft.com/office/drawing/2014/main" id="{DD110778-4DA8-45B3-97ED-ECBE5C60858E}"/>
              </a:ext>
            </a:extLst>
          </p:cNvPr>
          <p:cNvSpPr>
            <a:spLocks noGrp="1"/>
          </p:cNvSpPr>
          <p:nvPr>
            <p:ph type="body" idx="1" hasCustomPrompt="1"/>
          </p:nvPr>
        </p:nvSpPr>
        <p:spPr>
          <a:xfrm>
            <a:off x="839788" y="1795950"/>
            <a:ext cx="3200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 name="Content Placeholder 3">
            <a:extLst>
              <a:ext uri="{FF2B5EF4-FFF2-40B4-BE49-F238E27FC236}">
                <a16:creationId xmlns:a16="http://schemas.microsoft.com/office/drawing/2014/main" id="{2896339C-BF56-4C01-9057-10C1041C7837}"/>
              </a:ext>
            </a:extLst>
          </p:cNvPr>
          <p:cNvSpPr>
            <a:spLocks noGrp="1"/>
          </p:cNvSpPr>
          <p:nvPr>
            <p:ph sz="half" idx="2" hasCustomPrompt="1"/>
          </p:nvPr>
        </p:nvSpPr>
        <p:spPr>
          <a:xfrm>
            <a:off x="839788" y="2619862"/>
            <a:ext cx="3200400" cy="3060729"/>
          </a:xfrm>
        </p:spPr>
        <p:txBody>
          <a:bodyPr>
            <a:normAutofit/>
          </a:bodyPr>
          <a:lstStyle>
            <a:lvl1pPr marL="0" indent="0">
              <a:buClr>
                <a:srgbClr val="C00000"/>
              </a:buClr>
              <a:buSzPct val="110000"/>
              <a:buNone/>
              <a:defRPr sz="1800"/>
            </a:lvl1pPr>
            <a:lvl2pPr marL="466725" indent="-228600">
              <a:buClr>
                <a:srgbClr val="C00000"/>
              </a:buClr>
              <a:buSzPct val="110000"/>
              <a:buFont typeface="Arial" panose="020B0604020202020204" pitchFamily="34" charset="0"/>
              <a:buChar char="•"/>
              <a:tabLst/>
              <a:defRPr sz="1600"/>
            </a:lvl2pPr>
            <a:lvl3pPr marL="922338" indent="-174625">
              <a:buClr>
                <a:srgbClr val="C00000"/>
              </a:buClr>
              <a:buSzPct val="90000"/>
              <a:buFont typeface="Courier New" panose="02070309020205020404" pitchFamily="49" charset="0"/>
              <a:buChar char="o"/>
              <a:tabLst/>
              <a:defRPr sz="1400"/>
            </a:lvl3pPr>
            <a:lvl4pPr>
              <a:defRPr sz="1400"/>
            </a:lvl4pPr>
            <a:lvl5pPr>
              <a:defRPr sz="1400"/>
            </a:lvl5pPr>
          </a:lstStyle>
          <a:p>
            <a:pPr lvl="0"/>
            <a:r>
              <a:rPr lang="en-US"/>
              <a:t>Click to edit first level copy</a:t>
            </a:r>
          </a:p>
          <a:p>
            <a:pPr lvl="1"/>
            <a:r>
              <a:rPr lang="en-US"/>
              <a:t>Second level</a:t>
            </a:r>
          </a:p>
          <a:p>
            <a:pPr lvl="2"/>
            <a:r>
              <a:rPr lang="en-US"/>
              <a:t>Third level</a:t>
            </a:r>
          </a:p>
        </p:txBody>
      </p:sp>
      <p:cxnSp>
        <p:nvCxnSpPr>
          <p:cNvPr id="14" name="Straight Connector 13">
            <a:extLst>
              <a:ext uri="{FF2B5EF4-FFF2-40B4-BE49-F238E27FC236}">
                <a16:creationId xmlns:a16="http://schemas.microsoft.com/office/drawing/2014/main" id="{6240F89D-2F52-4A06-A26B-F81A4CCA049C}"/>
              </a:ext>
              <a:ext uri="{C183D7F6-B498-43B3-948B-1728B52AA6E4}">
                <adec:decorative xmlns:adec="http://schemas.microsoft.com/office/drawing/2017/decorative" val="1"/>
              </a:ext>
            </a:extLst>
          </p:cNvPr>
          <p:cNvCxnSpPr>
            <a:cxnSpLocks/>
          </p:cNvCxnSpPr>
          <p:nvPr userDrawn="1"/>
        </p:nvCxnSpPr>
        <p:spPr>
          <a:xfrm flipV="1">
            <a:off x="4246764" y="2290570"/>
            <a:ext cx="0" cy="340197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ext Placeholder 2">
            <a:extLst>
              <a:ext uri="{FF2B5EF4-FFF2-40B4-BE49-F238E27FC236}">
                <a16:creationId xmlns:a16="http://schemas.microsoft.com/office/drawing/2014/main" id="{A891D34A-06A7-6398-2C15-8309625A99B2}"/>
              </a:ext>
            </a:extLst>
          </p:cNvPr>
          <p:cNvSpPr>
            <a:spLocks noGrp="1"/>
          </p:cNvSpPr>
          <p:nvPr>
            <p:ph type="body" idx="13" hasCustomPrompt="1"/>
          </p:nvPr>
        </p:nvSpPr>
        <p:spPr>
          <a:xfrm>
            <a:off x="4474028" y="1795950"/>
            <a:ext cx="3200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20" name="Content Placeholder 3">
            <a:extLst>
              <a:ext uri="{FF2B5EF4-FFF2-40B4-BE49-F238E27FC236}">
                <a16:creationId xmlns:a16="http://schemas.microsoft.com/office/drawing/2014/main" id="{14F904E5-9900-1D9E-FED4-2AA7BBADCA7F}"/>
              </a:ext>
            </a:extLst>
          </p:cNvPr>
          <p:cNvSpPr>
            <a:spLocks noGrp="1"/>
          </p:cNvSpPr>
          <p:nvPr>
            <p:ph sz="half" idx="18" hasCustomPrompt="1"/>
          </p:nvPr>
        </p:nvSpPr>
        <p:spPr>
          <a:xfrm>
            <a:off x="4452256" y="2619862"/>
            <a:ext cx="3200400" cy="3060729"/>
          </a:xfrm>
        </p:spPr>
        <p:txBody>
          <a:bodyPr>
            <a:normAutofit/>
          </a:bodyPr>
          <a:lstStyle>
            <a:lvl1pPr marL="0" indent="0">
              <a:buClr>
                <a:srgbClr val="C00000"/>
              </a:buClr>
              <a:buSzPct val="110000"/>
              <a:buNone/>
              <a:defRPr sz="1800"/>
            </a:lvl1pPr>
            <a:lvl2pPr marL="466725" indent="-228600">
              <a:buClr>
                <a:srgbClr val="C00000"/>
              </a:buClr>
              <a:buSzPct val="110000"/>
              <a:buFont typeface="Arial" panose="020B0604020202020204" pitchFamily="34" charset="0"/>
              <a:buChar char="•"/>
              <a:tabLst/>
              <a:defRPr sz="1600"/>
            </a:lvl2pPr>
            <a:lvl3pPr marL="922338" indent="-174625">
              <a:buClr>
                <a:srgbClr val="C00000"/>
              </a:buClr>
              <a:buSzPct val="90000"/>
              <a:buFont typeface="Courier New" panose="02070309020205020404" pitchFamily="49" charset="0"/>
              <a:buChar char="o"/>
              <a:tabLst/>
              <a:defRPr sz="1400"/>
            </a:lvl3pPr>
            <a:lvl4pPr>
              <a:defRPr sz="1400"/>
            </a:lvl4pPr>
            <a:lvl5pPr>
              <a:defRPr sz="1400"/>
            </a:lvl5pPr>
          </a:lstStyle>
          <a:p>
            <a:pPr lvl="0"/>
            <a:r>
              <a:rPr lang="en-US"/>
              <a:t>Click to edit first level copy</a:t>
            </a:r>
          </a:p>
          <a:p>
            <a:pPr lvl="1"/>
            <a:r>
              <a:rPr lang="en-US"/>
              <a:t>Second level</a:t>
            </a:r>
          </a:p>
          <a:p>
            <a:pPr lvl="2"/>
            <a:r>
              <a:rPr lang="en-US"/>
              <a:t>Third level</a:t>
            </a:r>
          </a:p>
        </p:txBody>
      </p:sp>
      <p:cxnSp>
        <p:nvCxnSpPr>
          <p:cNvPr id="15" name="Straight Connector 14">
            <a:extLst>
              <a:ext uri="{FF2B5EF4-FFF2-40B4-BE49-F238E27FC236}">
                <a16:creationId xmlns:a16="http://schemas.microsoft.com/office/drawing/2014/main" id="{46615C9D-EE6C-4B25-8C7B-BD41495EDEDC}"/>
              </a:ext>
              <a:ext uri="{C183D7F6-B498-43B3-948B-1728B52AA6E4}">
                <adec:decorative xmlns:adec="http://schemas.microsoft.com/office/drawing/2017/decorative" val="1"/>
              </a:ext>
            </a:extLst>
          </p:cNvPr>
          <p:cNvCxnSpPr>
            <a:cxnSpLocks/>
          </p:cNvCxnSpPr>
          <p:nvPr userDrawn="1"/>
        </p:nvCxnSpPr>
        <p:spPr>
          <a:xfrm flipV="1">
            <a:off x="7915362" y="2290570"/>
            <a:ext cx="0" cy="340197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2">
            <a:extLst>
              <a:ext uri="{FF2B5EF4-FFF2-40B4-BE49-F238E27FC236}">
                <a16:creationId xmlns:a16="http://schemas.microsoft.com/office/drawing/2014/main" id="{A8E4D3FC-41C9-D578-F008-6630E7FFA4E6}"/>
              </a:ext>
            </a:extLst>
          </p:cNvPr>
          <p:cNvSpPr>
            <a:spLocks noGrp="1"/>
          </p:cNvSpPr>
          <p:nvPr>
            <p:ph type="body" idx="15" hasCustomPrompt="1"/>
          </p:nvPr>
        </p:nvSpPr>
        <p:spPr>
          <a:xfrm>
            <a:off x="8153400" y="1795950"/>
            <a:ext cx="3200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21" name="Content Placeholder 3">
            <a:extLst>
              <a:ext uri="{FF2B5EF4-FFF2-40B4-BE49-F238E27FC236}">
                <a16:creationId xmlns:a16="http://schemas.microsoft.com/office/drawing/2014/main" id="{9C53F21D-CA93-9B93-4A6E-8255D9511D03}"/>
              </a:ext>
            </a:extLst>
          </p:cNvPr>
          <p:cNvSpPr>
            <a:spLocks noGrp="1"/>
          </p:cNvSpPr>
          <p:nvPr>
            <p:ph sz="half" idx="19" hasCustomPrompt="1"/>
          </p:nvPr>
        </p:nvSpPr>
        <p:spPr>
          <a:xfrm>
            <a:off x="8142514" y="2619862"/>
            <a:ext cx="3200400" cy="3060729"/>
          </a:xfrm>
        </p:spPr>
        <p:txBody>
          <a:bodyPr>
            <a:normAutofit/>
          </a:bodyPr>
          <a:lstStyle>
            <a:lvl1pPr marL="0" indent="0">
              <a:buClr>
                <a:srgbClr val="C00000"/>
              </a:buClr>
              <a:buSzPct val="110000"/>
              <a:buNone/>
              <a:defRPr sz="1800"/>
            </a:lvl1pPr>
            <a:lvl2pPr marL="466725" indent="-228600">
              <a:buClr>
                <a:srgbClr val="C00000"/>
              </a:buClr>
              <a:buSzPct val="110000"/>
              <a:buFont typeface="Arial" panose="020B0604020202020204" pitchFamily="34" charset="0"/>
              <a:buChar char="•"/>
              <a:tabLst/>
              <a:defRPr sz="1600"/>
            </a:lvl2pPr>
            <a:lvl3pPr marL="922338" indent="-174625">
              <a:buClr>
                <a:srgbClr val="C00000"/>
              </a:buClr>
              <a:buSzPct val="90000"/>
              <a:buFont typeface="Courier New" panose="02070309020205020404" pitchFamily="49" charset="0"/>
              <a:buChar char="o"/>
              <a:tabLst/>
              <a:defRPr sz="1400"/>
            </a:lvl3pPr>
            <a:lvl4pPr>
              <a:defRPr sz="1400"/>
            </a:lvl4pPr>
            <a:lvl5pPr>
              <a:defRPr sz="1400"/>
            </a:lvl5pPr>
          </a:lstStyle>
          <a:p>
            <a:pPr lvl="0"/>
            <a:r>
              <a:rPr lang="en-US"/>
              <a:t>Click to edit first level copy</a:t>
            </a:r>
          </a:p>
          <a:p>
            <a:pPr lvl="1"/>
            <a:r>
              <a:rPr lang="en-US"/>
              <a:t>Second level</a:t>
            </a:r>
          </a:p>
          <a:p>
            <a:pPr lvl="2"/>
            <a:r>
              <a:rPr lang="en-US"/>
              <a:t>Third level</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78283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ext with Statistic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6899665-9022-4763-9F34-BC62AC635B9F}"/>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25" name="Title 1">
            <a:extLst>
              <a:ext uri="{FF2B5EF4-FFF2-40B4-BE49-F238E27FC236}">
                <a16:creationId xmlns:a16="http://schemas.microsoft.com/office/drawing/2014/main" id="{784EC54A-1238-054A-B123-4E089148A05A}"/>
              </a:ext>
            </a:extLst>
          </p:cNvPr>
          <p:cNvSpPr>
            <a:spLocks noGrp="1"/>
          </p:cNvSpPr>
          <p:nvPr>
            <p:ph type="title" hasCustomPrompt="1"/>
          </p:nvPr>
        </p:nvSpPr>
        <p:spPr>
          <a:xfrm>
            <a:off x="396873" y="898954"/>
            <a:ext cx="11398253" cy="838854"/>
          </a:xfrm>
        </p:spPr>
        <p:txBody>
          <a:bodyPr anchor="t"/>
          <a:lstStyle/>
          <a:p>
            <a:r>
              <a:rPr lang="en-US"/>
              <a:t>Click to edit master page title</a:t>
            </a:r>
          </a:p>
        </p:txBody>
      </p:sp>
      <p:sp>
        <p:nvSpPr>
          <p:cNvPr id="2" name="Text Placeholder 4">
            <a:extLst>
              <a:ext uri="{FF2B5EF4-FFF2-40B4-BE49-F238E27FC236}">
                <a16:creationId xmlns:a16="http://schemas.microsoft.com/office/drawing/2014/main" id="{368B3D21-7A3E-9FD3-2561-1B65C1C3E8F4}"/>
              </a:ext>
            </a:extLst>
          </p:cNvPr>
          <p:cNvSpPr>
            <a:spLocks noGrp="1"/>
          </p:cNvSpPr>
          <p:nvPr>
            <p:ph type="body" sz="quarter" idx="29" hasCustomPrompt="1"/>
          </p:nvPr>
        </p:nvSpPr>
        <p:spPr>
          <a:xfrm>
            <a:off x="396429" y="576942"/>
            <a:ext cx="11398254" cy="224040"/>
          </a:xfrm>
        </p:spPr>
        <p:txBody>
          <a:bodyPr anchor="t">
            <a:normAutofit/>
          </a:bodyPr>
          <a:lstStyle>
            <a:lvl1pPr marL="0" indent="0" algn="l">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SECTION HEADING (OPTIONAL) </a:t>
            </a:r>
          </a:p>
        </p:txBody>
      </p:sp>
      <p:sp>
        <p:nvSpPr>
          <p:cNvPr id="8" name="Text Placeholder 7">
            <a:extLst>
              <a:ext uri="{FF2B5EF4-FFF2-40B4-BE49-F238E27FC236}">
                <a16:creationId xmlns:a16="http://schemas.microsoft.com/office/drawing/2014/main" id="{95C1AF12-65D7-4CCC-B876-272178DEF7BB}"/>
              </a:ext>
            </a:extLst>
          </p:cNvPr>
          <p:cNvSpPr>
            <a:spLocks noGrp="1"/>
          </p:cNvSpPr>
          <p:nvPr>
            <p:ph type="body" sz="quarter" idx="13" hasCustomPrompt="1"/>
          </p:nvPr>
        </p:nvSpPr>
        <p:spPr>
          <a:xfrm>
            <a:off x="815975" y="2936138"/>
            <a:ext cx="3200400" cy="710573"/>
          </a:xfrm>
        </p:spPr>
        <p:txBody>
          <a:bodyPr anchor="ctr" anchorCtr="0">
            <a:noAutofit/>
          </a:bodyPr>
          <a:lstStyle>
            <a:lvl1pPr marL="0" indent="0" algn="ctr">
              <a:buNone/>
              <a:defRPr sz="7500" b="1" i="0">
                <a:solidFill>
                  <a:schemeClr val="accent1"/>
                </a:solidFill>
                <a:latin typeface="Buckeye Sans 2 Black" pitchFamily="2" charset="77"/>
              </a:defRPr>
            </a:lvl1pPr>
          </a:lstStyle>
          <a:p>
            <a:pPr lvl="0"/>
            <a:r>
              <a:rPr lang="en-US"/>
              <a:t>00</a:t>
            </a:r>
          </a:p>
        </p:txBody>
      </p:sp>
      <p:sp>
        <p:nvSpPr>
          <p:cNvPr id="12" name="Text Placeholder 4">
            <a:extLst>
              <a:ext uri="{FF2B5EF4-FFF2-40B4-BE49-F238E27FC236}">
                <a16:creationId xmlns:a16="http://schemas.microsoft.com/office/drawing/2014/main" id="{A31E8251-4870-40ED-8F84-F3F4065F8BED}"/>
              </a:ext>
            </a:extLst>
          </p:cNvPr>
          <p:cNvSpPr>
            <a:spLocks noGrp="1"/>
          </p:cNvSpPr>
          <p:nvPr>
            <p:ph type="body" sz="quarter" idx="21" hasCustomPrompt="1"/>
          </p:nvPr>
        </p:nvSpPr>
        <p:spPr>
          <a:xfrm>
            <a:off x="815983" y="3744683"/>
            <a:ext cx="3200400" cy="598641"/>
          </a:xfrm>
        </p:spPr>
        <p:txBody>
          <a:bodyPr anchor="b">
            <a:normAutofit/>
          </a:bodyPr>
          <a:lstStyle>
            <a:lvl1pPr marL="0" indent="0" algn="ctr">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br>
              <a:rPr lang="en-US"/>
            </a:br>
            <a:r>
              <a:rPr lang="en-US"/>
              <a:t>Subhead</a:t>
            </a:r>
          </a:p>
        </p:txBody>
      </p:sp>
      <p:sp>
        <p:nvSpPr>
          <p:cNvPr id="13" name="Content Placeholder 3">
            <a:extLst>
              <a:ext uri="{FF2B5EF4-FFF2-40B4-BE49-F238E27FC236}">
                <a16:creationId xmlns:a16="http://schemas.microsoft.com/office/drawing/2014/main" id="{C921F103-A52D-4BF8-A426-261D45BC06E9}"/>
              </a:ext>
            </a:extLst>
          </p:cNvPr>
          <p:cNvSpPr>
            <a:spLocks noGrp="1"/>
          </p:cNvSpPr>
          <p:nvPr>
            <p:ph sz="half" idx="22" hasCustomPrompt="1"/>
          </p:nvPr>
        </p:nvSpPr>
        <p:spPr>
          <a:xfrm>
            <a:off x="815976" y="4343324"/>
            <a:ext cx="3200400" cy="754756"/>
          </a:xfrm>
        </p:spPr>
        <p:txBody>
          <a:bodyPr>
            <a:noAutofit/>
          </a:bodyPr>
          <a:lstStyle>
            <a:lvl1pPr marL="0" indent="0" algn="ctr">
              <a:buNone/>
              <a:defRPr sz="1600"/>
            </a:lvl1pPr>
            <a:lvl2pPr marL="457200" indent="0">
              <a:buNone/>
              <a:defRPr sz="1400"/>
            </a:lvl2pPr>
            <a:lvl3pPr marL="914400" indent="0">
              <a:buNone/>
              <a:defRPr sz="1200"/>
            </a:lvl3pPr>
            <a:lvl4pPr marL="1371600" indent="0">
              <a:buNone/>
              <a:defRPr sz="1100"/>
            </a:lvl4pPr>
            <a:lvl5pPr marL="1828800" indent="0" algn="ctr">
              <a:buNone/>
              <a:defRPr sz="1100" b="0" i="0">
                <a:latin typeface="Buckeye Sans 2" pitchFamily="2" charset="77"/>
              </a:defRPr>
            </a:lvl5pPr>
          </a:lstStyle>
          <a:p>
            <a:pPr lvl="0"/>
            <a:r>
              <a:rPr lang="en-US"/>
              <a:t>Click to edit supplemental copy</a:t>
            </a:r>
          </a:p>
          <a:p>
            <a:pPr lvl="4"/>
            <a:endParaRPr lang="en-US"/>
          </a:p>
        </p:txBody>
      </p:sp>
      <p:sp>
        <p:nvSpPr>
          <p:cNvPr id="3" name="Text Placeholder 4">
            <a:extLst>
              <a:ext uri="{FF2B5EF4-FFF2-40B4-BE49-F238E27FC236}">
                <a16:creationId xmlns:a16="http://schemas.microsoft.com/office/drawing/2014/main" id="{EB0FA1DA-3E46-56DA-3A0F-C2F4894C2D4E}"/>
              </a:ext>
            </a:extLst>
          </p:cNvPr>
          <p:cNvSpPr>
            <a:spLocks noGrp="1"/>
          </p:cNvSpPr>
          <p:nvPr>
            <p:ph type="body" sz="quarter" idx="30" hasCustomPrompt="1"/>
          </p:nvPr>
        </p:nvSpPr>
        <p:spPr>
          <a:xfrm>
            <a:off x="815975" y="5719560"/>
            <a:ext cx="3200400" cy="239486"/>
          </a:xfrm>
        </p:spPr>
        <p:txBody>
          <a:bodyPr anchor="t">
            <a:normAutofit/>
          </a:bodyPr>
          <a:lstStyle>
            <a:lvl1pPr marL="0" indent="0" algn="ctr">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CITATION (OPTIONAL) </a:t>
            </a:r>
          </a:p>
        </p:txBody>
      </p:sp>
      <p:sp>
        <p:nvSpPr>
          <p:cNvPr id="17" name="Text Placeholder 7">
            <a:extLst>
              <a:ext uri="{FF2B5EF4-FFF2-40B4-BE49-F238E27FC236}">
                <a16:creationId xmlns:a16="http://schemas.microsoft.com/office/drawing/2014/main" id="{47B445D7-04D9-4518-A91A-395D959AA54D}"/>
              </a:ext>
            </a:extLst>
          </p:cNvPr>
          <p:cNvSpPr>
            <a:spLocks noGrp="1"/>
          </p:cNvSpPr>
          <p:nvPr>
            <p:ph type="body" sz="quarter" idx="23" hasCustomPrompt="1"/>
          </p:nvPr>
        </p:nvSpPr>
        <p:spPr>
          <a:xfrm>
            <a:off x="4362024" y="2936138"/>
            <a:ext cx="3200400" cy="710573"/>
          </a:xfrm>
        </p:spPr>
        <p:txBody>
          <a:bodyPr anchor="ctr" anchorCtr="0">
            <a:noAutofit/>
          </a:bodyPr>
          <a:lstStyle>
            <a:lvl1pPr marL="0" indent="0" algn="ctr">
              <a:buNone/>
              <a:defRPr sz="7500" b="1" i="0">
                <a:solidFill>
                  <a:schemeClr val="accent1"/>
                </a:solidFill>
                <a:latin typeface="Buckeye Sans 2 Black" pitchFamily="2" charset="77"/>
              </a:defRPr>
            </a:lvl1pPr>
          </a:lstStyle>
          <a:p>
            <a:pPr lvl="0"/>
            <a:r>
              <a:rPr lang="en-US"/>
              <a:t>00</a:t>
            </a:r>
          </a:p>
        </p:txBody>
      </p:sp>
      <p:sp>
        <p:nvSpPr>
          <p:cNvPr id="19" name="Text Placeholder 4">
            <a:extLst>
              <a:ext uri="{FF2B5EF4-FFF2-40B4-BE49-F238E27FC236}">
                <a16:creationId xmlns:a16="http://schemas.microsoft.com/office/drawing/2014/main" id="{544B66B5-8A11-414B-BD6A-3CA8D49CDAC9}"/>
              </a:ext>
            </a:extLst>
          </p:cNvPr>
          <p:cNvSpPr>
            <a:spLocks noGrp="1"/>
          </p:cNvSpPr>
          <p:nvPr>
            <p:ph type="body" sz="quarter" idx="24" hasCustomPrompt="1"/>
          </p:nvPr>
        </p:nvSpPr>
        <p:spPr>
          <a:xfrm>
            <a:off x="4362032" y="3755569"/>
            <a:ext cx="3200400" cy="587755"/>
          </a:xfrm>
        </p:spPr>
        <p:txBody>
          <a:bodyPr anchor="b">
            <a:normAutofit/>
          </a:bodyPr>
          <a:lstStyle>
            <a:lvl1pPr marL="0" indent="0" algn="ctr">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br>
              <a:rPr lang="en-US"/>
            </a:br>
            <a:r>
              <a:rPr lang="en-US"/>
              <a:t>Subhead</a:t>
            </a:r>
          </a:p>
        </p:txBody>
      </p:sp>
      <p:sp>
        <p:nvSpPr>
          <p:cNvPr id="20" name="Content Placeholder 3">
            <a:extLst>
              <a:ext uri="{FF2B5EF4-FFF2-40B4-BE49-F238E27FC236}">
                <a16:creationId xmlns:a16="http://schemas.microsoft.com/office/drawing/2014/main" id="{9B83ED64-7985-4721-920B-54BC42A5E1D7}"/>
              </a:ext>
            </a:extLst>
          </p:cNvPr>
          <p:cNvSpPr>
            <a:spLocks noGrp="1"/>
          </p:cNvSpPr>
          <p:nvPr>
            <p:ph sz="half" idx="25" hasCustomPrompt="1"/>
          </p:nvPr>
        </p:nvSpPr>
        <p:spPr>
          <a:xfrm>
            <a:off x="4362025" y="4343324"/>
            <a:ext cx="3200400" cy="754756"/>
          </a:xfrm>
        </p:spPr>
        <p:txBody>
          <a:bodyPr>
            <a:noAutofit/>
          </a:bodyPr>
          <a:lstStyle>
            <a:lvl1pPr marL="0" indent="0" algn="ctr">
              <a:buNone/>
              <a:defRPr sz="1600"/>
            </a:lvl1pPr>
            <a:lvl2pPr marL="457200" indent="0">
              <a:buNone/>
              <a:defRPr sz="1400"/>
            </a:lvl2pPr>
            <a:lvl3pPr marL="914400" indent="0">
              <a:buNone/>
              <a:defRPr sz="1200"/>
            </a:lvl3pPr>
            <a:lvl4pPr marL="1371600" indent="0">
              <a:buNone/>
              <a:defRPr sz="1100"/>
            </a:lvl4pPr>
            <a:lvl5pPr marL="1828800" indent="0" algn="ctr">
              <a:buNone/>
              <a:defRPr sz="1100"/>
            </a:lvl5pPr>
          </a:lstStyle>
          <a:p>
            <a:pPr lvl="0"/>
            <a:r>
              <a:rPr lang="en-US"/>
              <a:t>Click to edit supplemental copy</a:t>
            </a:r>
          </a:p>
        </p:txBody>
      </p:sp>
      <p:sp>
        <p:nvSpPr>
          <p:cNvPr id="4" name="Text Placeholder 4">
            <a:extLst>
              <a:ext uri="{FF2B5EF4-FFF2-40B4-BE49-F238E27FC236}">
                <a16:creationId xmlns:a16="http://schemas.microsoft.com/office/drawing/2014/main" id="{E8DDA1D2-D91C-4DA3-7F82-2C47CE653FD3}"/>
              </a:ext>
            </a:extLst>
          </p:cNvPr>
          <p:cNvSpPr>
            <a:spLocks noGrp="1"/>
          </p:cNvSpPr>
          <p:nvPr>
            <p:ph type="body" sz="quarter" idx="31" hasCustomPrompt="1"/>
          </p:nvPr>
        </p:nvSpPr>
        <p:spPr>
          <a:xfrm>
            <a:off x="4365086" y="5719560"/>
            <a:ext cx="3200400" cy="239486"/>
          </a:xfrm>
        </p:spPr>
        <p:txBody>
          <a:bodyPr anchor="t">
            <a:normAutofit/>
          </a:bodyPr>
          <a:lstStyle>
            <a:lvl1pPr marL="0" indent="0" algn="ctr">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CITATION (OPTIONAL) </a:t>
            </a:r>
          </a:p>
        </p:txBody>
      </p:sp>
      <p:sp>
        <p:nvSpPr>
          <p:cNvPr id="21" name="Text Placeholder 7">
            <a:extLst>
              <a:ext uri="{FF2B5EF4-FFF2-40B4-BE49-F238E27FC236}">
                <a16:creationId xmlns:a16="http://schemas.microsoft.com/office/drawing/2014/main" id="{48CFB95A-0D9D-453A-9CB2-BF05EF3E7A0C}"/>
              </a:ext>
            </a:extLst>
          </p:cNvPr>
          <p:cNvSpPr>
            <a:spLocks noGrp="1"/>
          </p:cNvSpPr>
          <p:nvPr>
            <p:ph type="body" sz="quarter" idx="26" hasCustomPrompt="1"/>
          </p:nvPr>
        </p:nvSpPr>
        <p:spPr>
          <a:xfrm>
            <a:off x="7908066" y="2936138"/>
            <a:ext cx="3200400" cy="710573"/>
          </a:xfrm>
        </p:spPr>
        <p:txBody>
          <a:bodyPr anchor="ctr" anchorCtr="0">
            <a:noAutofit/>
          </a:bodyPr>
          <a:lstStyle>
            <a:lvl1pPr marL="0" indent="0" algn="ctr">
              <a:buNone/>
              <a:defRPr sz="7500" b="1" i="0">
                <a:solidFill>
                  <a:schemeClr val="accent1"/>
                </a:solidFill>
                <a:latin typeface="Buckeye Sans 2 Black" pitchFamily="2" charset="77"/>
              </a:defRPr>
            </a:lvl1pPr>
          </a:lstStyle>
          <a:p>
            <a:pPr lvl="0"/>
            <a:r>
              <a:rPr lang="en-US"/>
              <a:t>00</a:t>
            </a:r>
          </a:p>
        </p:txBody>
      </p:sp>
      <p:sp>
        <p:nvSpPr>
          <p:cNvPr id="23" name="Text Placeholder 4">
            <a:extLst>
              <a:ext uri="{FF2B5EF4-FFF2-40B4-BE49-F238E27FC236}">
                <a16:creationId xmlns:a16="http://schemas.microsoft.com/office/drawing/2014/main" id="{D79EC675-E9A3-4C03-B61F-A49031FA5008}"/>
              </a:ext>
            </a:extLst>
          </p:cNvPr>
          <p:cNvSpPr>
            <a:spLocks noGrp="1"/>
          </p:cNvSpPr>
          <p:nvPr>
            <p:ph type="body" sz="quarter" idx="27" hasCustomPrompt="1"/>
          </p:nvPr>
        </p:nvSpPr>
        <p:spPr>
          <a:xfrm>
            <a:off x="7908074" y="3766455"/>
            <a:ext cx="3200400" cy="576869"/>
          </a:xfrm>
        </p:spPr>
        <p:txBody>
          <a:bodyPr anchor="b">
            <a:normAutofit/>
          </a:bodyPr>
          <a:lstStyle>
            <a:lvl1pPr marL="0" indent="0" algn="ctr">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br>
              <a:rPr lang="en-US"/>
            </a:br>
            <a:r>
              <a:rPr lang="en-US"/>
              <a:t>Subhead</a:t>
            </a:r>
          </a:p>
        </p:txBody>
      </p:sp>
      <p:sp>
        <p:nvSpPr>
          <p:cNvPr id="24" name="Content Placeholder 3">
            <a:extLst>
              <a:ext uri="{FF2B5EF4-FFF2-40B4-BE49-F238E27FC236}">
                <a16:creationId xmlns:a16="http://schemas.microsoft.com/office/drawing/2014/main" id="{B8429F79-518E-407C-8FF2-83D7C7D801FD}"/>
              </a:ext>
            </a:extLst>
          </p:cNvPr>
          <p:cNvSpPr>
            <a:spLocks noGrp="1"/>
          </p:cNvSpPr>
          <p:nvPr>
            <p:ph sz="half" idx="28" hasCustomPrompt="1"/>
          </p:nvPr>
        </p:nvSpPr>
        <p:spPr>
          <a:xfrm>
            <a:off x="7908067" y="4343324"/>
            <a:ext cx="3200400" cy="754756"/>
          </a:xfrm>
        </p:spPr>
        <p:txBody>
          <a:bodyPr>
            <a:noAutofit/>
          </a:bodyPr>
          <a:lstStyle>
            <a:lvl1pPr marL="0" indent="0" algn="ctr">
              <a:buNone/>
              <a:defRPr sz="1600"/>
            </a:lvl1pPr>
            <a:lvl2pPr marL="457200" indent="0">
              <a:buNone/>
              <a:defRPr sz="1400"/>
            </a:lvl2pPr>
            <a:lvl3pPr marL="914400" indent="0">
              <a:buNone/>
              <a:defRPr sz="1200"/>
            </a:lvl3pPr>
            <a:lvl4pPr marL="1371600" indent="0">
              <a:buNone/>
              <a:defRPr sz="1100"/>
            </a:lvl4pPr>
            <a:lvl5pPr marL="1828800" indent="0" algn="ctr">
              <a:buNone/>
              <a:defRPr sz="1100"/>
            </a:lvl5pPr>
          </a:lstStyle>
          <a:p>
            <a:pPr lvl="0"/>
            <a:r>
              <a:rPr lang="en-US"/>
              <a:t>Click to edit supplemental copy</a:t>
            </a:r>
          </a:p>
        </p:txBody>
      </p:sp>
      <p:sp>
        <p:nvSpPr>
          <p:cNvPr id="7" name="Text Placeholder 4">
            <a:extLst>
              <a:ext uri="{FF2B5EF4-FFF2-40B4-BE49-F238E27FC236}">
                <a16:creationId xmlns:a16="http://schemas.microsoft.com/office/drawing/2014/main" id="{04307938-5206-7658-371A-FABCB8A01B4F}"/>
              </a:ext>
            </a:extLst>
          </p:cNvPr>
          <p:cNvSpPr>
            <a:spLocks noGrp="1"/>
          </p:cNvSpPr>
          <p:nvPr>
            <p:ph type="body" sz="quarter" idx="32" hasCustomPrompt="1"/>
          </p:nvPr>
        </p:nvSpPr>
        <p:spPr>
          <a:xfrm>
            <a:off x="7914198" y="5719560"/>
            <a:ext cx="3200400" cy="239486"/>
          </a:xfrm>
        </p:spPr>
        <p:txBody>
          <a:bodyPr anchor="t">
            <a:normAutofit/>
          </a:bodyPr>
          <a:lstStyle>
            <a:lvl1pPr marL="0" indent="0" algn="ctr">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CITATION (OPTIONAL) </a:t>
            </a:r>
          </a:p>
        </p:txBody>
      </p:sp>
      <p:sp>
        <p:nvSpPr>
          <p:cNvPr id="5" name="Footer Placeholder 4">
            <a:extLst>
              <a:ext uri="{FF2B5EF4-FFF2-40B4-BE49-F238E27FC236}">
                <a16:creationId xmlns:a16="http://schemas.microsoft.com/office/drawing/2014/main" id="{5507D5D7-B1FE-44D4-9552-B7681E39C9D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189297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Quote No Imag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6899665-9022-4763-9F34-BC62AC635B9F}"/>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0" name="Title 1">
            <a:extLst>
              <a:ext uri="{FF2B5EF4-FFF2-40B4-BE49-F238E27FC236}">
                <a16:creationId xmlns:a16="http://schemas.microsoft.com/office/drawing/2014/main" id="{8555A3A3-AC3C-EC5C-5238-EE7CBAE0B869}"/>
              </a:ext>
            </a:extLst>
          </p:cNvPr>
          <p:cNvSpPr>
            <a:spLocks noGrp="1"/>
          </p:cNvSpPr>
          <p:nvPr>
            <p:ph type="title" hasCustomPrompt="1"/>
          </p:nvPr>
        </p:nvSpPr>
        <p:spPr>
          <a:xfrm>
            <a:off x="850854" y="929898"/>
            <a:ext cx="10944272" cy="3117995"/>
          </a:xfrm>
        </p:spPr>
        <p:txBody>
          <a:bodyPr anchor="b" anchorCtr="0">
            <a:normAutofit/>
          </a:bodyPr>
          <a:lstStyle>
            <a:lvl1pPr>
              <a:lnSpc>
                <a:spcPct val="140000"/>
              </a:lnSpc>
              <a:defRPr sz="3600" b="0" i="0" baseline="0">
                <a:solidFill>
                  <a:schemeClr val="tx1"/>
                </a:solidFill>
              </a:defRPr>
            </a:lvl1pPr>
          </a:lstStyle>
          <a:p>
            <a:r>
              <a:rPr lang="en-US"/>
              <a:t>“Click to add quote”</a:t>
            </a:r>
          </a:p>
        </p:txBody>
      </p:sp>
      <p:sp>
        <p:nvSpPr>
          <p:cNvPr id="3" name="Content Placeholder 2">
            <a:extLst>
              <a:ext uri="{FF2B5EF4-FFF2-40B4-BE49-F238E27FC236}">
                <a16:creationId xmlns:a16="http://schemas.microsoft.com/office/drawing/2014/main" id="{65092BB6-0EC3-47A0-964A-91B4EAB22C4B}"/>
              </a:ext>
            </a:extLst>
          </p:cNvPr>
          <p:cNvSpPr>
            <a:spLocks noGrp="1"/>
          </p:cNvSpPr>
          <p:nvPr>
            <p:ph idx="1" hasCustomPrompt="1"/>
          </p:nvPr>
        </p:nvSpPr>
        <p:spPr>
          <a:xfrm>
            <a:off x="850853" y="4280104"/>
            <a:ext cx="10944273" cy="365126"/>
          </a:xfrm>
        </p:spPr>
        <p:txBody>
          <a:bodyPr/>
          <a:lstStyle>
            <a:lvl1pPr marL="0" indent="0">
              <a:buClr>
                <a:srgbClr val="C00000"/>
              </a:buClr>
              <a:buSzPct val="110000"/>
              <a:buNone/>
              <a:defRPr b="1"/>
            </a:lvl1pPr>
            <a:lvl2pPr marL="685800" indent="-228600">
              <a:buClr>
                <a:srgbClr val="C00000"/>
              </a:buClr>
              <a:buSzPct val="110000"/>
              <a:buFont typeface="Arial" panose="020B0604020202020204" pitchFamily="34" charset="0"/>
              <a:buChar char="•"/>
              <a:defRPr/>
            </a:lvl2pPr>
            <a:lvl3pPr marL="1143000" indent="-228600">
              <a:buClr>
                <a:srgbClr val="C00000"/>
              </a:buClr>
              <a:buSzPct val="90000"/>
              <a:buFont typeface="Courier New" panose="02070309020205020404" pitchFamily="49" charset="0"/>
              <a:buChar char="o"/>
              <a:defRPr/>
            </a:lvl3pPr>
          </a:lstStyle>
          <a:p>
            <a:pPr lvl="0"/>
            <a:r>
              <a:rPr lang="en-US"/>
              <a:t>Source name</a:t>
            </a:r>
          </a:p>
        </p:txBody>
      </p:sp>
      <p:sp>
        <p:nvSpPr>
          <p:cNvPr id="4" name="Content Placeholder 3">
            <a:extLst>
              <a:ext uri="{FF2B5EF4-FFF2-40B4-BE49-F238E27FC236}">
                <a16:creationId xmlns:a16="http://schemas.microsoft.com/office/drawing/2014/main" id="{FE4D1693-BD83-7256-F00D-049430687D20}"/>
              </a:ext>
            </a:extLst>
          </p:cNvPr>
          <p:cNvSpPr>
            <a:spLocks noGrp="1"/>
          </p:cNvSpPr>
          <p:nvPr>
            <p:ph sz="half" idx="22" hasCustomPrompt="1"/>
          </p:nvPr>
        </p:nvSpPr>
        <p:spPr>
          <a:xfrm>
            <a:off x="850852" y="4676732"/>
            <a:ext cx="10944271" cy="365125"/>
          </a:xfrm>
        </p:spPr>
        <p:txBody>
          <a:bodyPr>
            <a:noAutofit/>
          </a:bodyPr>
          <a:lstStyle>
            <a:lvl1pPr marL="0" indent="0" algn="l">
              <a:buNone/>
              <a:defRPr sz="1600"/>
            </a:lvl1pPr>
            <a:lvl2pPr marL="457200" indent="0">
              <a:buNone/>
              <a:defRPr sz="1400"/>
            </a:lvl2pPr>
            <a:lvl3pPr marL="914400" indent="0">
              <a:buNone/>
              <a:defRPr sz="1200"/>
            </a:lvl3pPr>
            <a:lvl4pPr marL="1371600" indent="0">
              <a:buNone/>
              <a:defRPr sz="1100"/>
            </a:lvl4pPr>
            <a:lvl5pPr marL="1828800" indent="0" algn="l">
              <a:buNone/>
              <a:defRPr sz="1100" b="0" i="0">
                <a:latin typeface="Buckeye Sans 2" pitchFamily="2" charset="77"/>
              </a:defRPr>
            </a:lvl5pPr>
          </a:lstStyle>
          <a:p>
            <a:pPr lvl="0"/>
            <a:r>
              <a:rPr lang="en-US"/>
              <a:t>Supplemental copy</a:t>
            </a:r>
          </a:p>
          <a:p>
            <a:pPr lvl="4"/>
            <a:endParaRPr lang="en-US"/>
          </a:p>
        </p:txBody>
      </p:sp>
      <p:sp>
        <p:nvSpPr>
          <p:cNvPr id="5" name="Footer Placeholder 4">
            <a:extLst>
              <a:ext uri="{FF2B5EF4-FFF2-40B4-BE49-F238E27FC236}">
                <a16:creationId xmlns:a16="http://schemas.microsoft.com/office/drawing/2014/main" id="{5507D5D7-B1FE-44D4-9552-B7681E39C9D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86950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Text with Icons">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2" name="Title 1">
            <a:extLst>
              <a:ext uri="{FF2B5EF4-FFF2-40B4-BE49-F238E27FC236}">
                <a16:creationId xmlns:a16="http://schemas.microsoft.com/office/drawing/2014/main" id="{4319CF42-CFB0-4813-AFA8-72E0DF893747}"/>
              </a:ext>
            </a:extLst>
          </p:cNvPr>
          <p:cNvSpPr>
            <a:spLocks noGrp="1"/>
          </p:cNvSpPr>
          <p:nvPr>
            <p:ph type="title" hasCustomPrompt="1"/>
          </p:nvPr>
        </p:nvSpPr>
        <p:spPr>
          <a:xfrm>
            <a:off x="396872" y="1556657"/>
            <a:ext cx="4647568" cy="2024979"/>
          </a:xfrm>
        </p:spPr>
        <p:txBody>
          <a:bodyPr anchor="b"/>
          <a:lstStyle>
            <a:lvl1pPr>
              <a:defRPr>
                <a:solidFill>
                  <a:schemeClr val="accent1"/>
                </a:solidFill>
              </a:defRPr>
            </a:lvl1pPr>
          </a:lstStyle>
          <a:p>
            <a:r>
              <a:rPr lang="en-US"/>
              <a:t>Click to edit master page title</a:t>
            </a:r>
          </a:p>
        </p:txBody>
      </p:sp>
      <p:sp>
        <p:nvSpPr>
          <p:cNvPr id="4" name="Content Placeholder 3">
            <a:extLst>
              <a:ext uri="{FF2B5EF4-FFF2-40B4-BE49-F238E27FC236}">
                <a16:creationId xmlns:a16="http://schemas.microsoft.com/office/drawing/2014/main" id="{2896339C-BF56-4C01-9057-10C1041C7837}"/>
              </a:ext>
            </a:extLst>
          </p:cNvPr>
          <p:cNvSpPr>
            <a:spLocks noGrp="1"/>
          </p:cNvSpPr>
          <p:nvPr>
            <p:ph sz="half" idx="2" hasCustomPrompt="1"/>
          </p:nvPr>
        </p:nvSpPr>
        <p:spPr>
          <a:xfrm>
            <a:off x="385986" y="3619779"/>
            <a:ext cx="4647568" cy="1055802"/>
          </a:xfrm>
        </p:spPr>
        <p:txBody>
          <a:bodyPr>
            <a:normAutofit/>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Click to edit copy</a:t>
            </a:r>
          </a:p>
        </p:txBody>
      </p:sp>
      <p:cxnSp>
        <p:nvCxnSpPr>
          <p:cNvPr id="12" name="Straight Connector 11">
            <a:extLst>
              <a:ext uri="{FF2B5EF4-FFF2-40B4-BE49-F238E27FC236}">
                <a16:creationId xmlns:a16="http://schemas.microsoft.com/office/drawing/2014/main" id="{57233CD8-5E31-4581-814D-DA09D49C1F86}"/>
              </a:ext>
              <a:ext uri="{C183D7F6-B498-43B3-948B-1728B52AA6E4}">
                <adec:decorative xmlns:adec="http://schemas.microsoft.com/office/drawing/2017/decorative" val="1"/>
              </a:ext>
            </a:extLst>
          </p:cNvPr>
          <p:cNvCxnSpPr>
            <a:cxnSpLocks/>
          </p:cNvCxnSpPr>
          <p:nvPr userDrawn="1"/>
        </p:nvCxnSpPr>
        <p:spPr>
          <a:xfrm flipV="1">
            <a:off x="5408233" y="873264"/>
            <a:ext cx="0" cy="470578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FE19BD27-A5AE-4AED-A944-00ED745F24F8}"/>
              </a:ext>
            </a:extLst>
          </p:cNvPr>
          <p:cNvSpPr>
            <a:spLocks noGrp="1"/>
          </p:cNvSpPr>
          <p:nvPr>
            <p:ph type="pic" sz="quarter" idx="13"/>
          </p:nvPr>
        </p:nvSpPr>
        <p:spPr>
          <a:xfrm>
            <a:off x="5839276" y="1186651"/>
            <a:ext cx="914400" cy="914400"/>
          </a:xfrm>
        </p:spPr>
        <p:txBody>
          <a:bodyPr>
            <a:normAutofit/>
          </a:bodyPr>
          <a:lstStyle>
            <a:lvl1pPr marL="0" indent="0" algn="ctr">
              <a:buNone/>
              <a:defRPr sz="1400">
                <a:solidFill>
                  <a:schemeClr val="bg1">
                    <a:lumMod val="50000"/>
                  </a:schemeClr>
                </a:solidFill>
              </a:defRPr>
            </a:lvl1pPr>
          </a:lstStyle>
          <a:p>
            <a:endParaRPr lang="en-US"/>
          </a:p>
        </p:txBody>
      </p:sp>
      <p:sp>
        <p:nvSpPr>
          <p:cNvPr id="15" name="Text Placeholder 4">
            <a:extLst>
              <a:ext uri="{FF2B5EF4-FFF2-40B4-BE49-F238E27FC236}">
                <a16:creationId xmlns:a16="http://schemas.microsoft.com/office/drawing/2014/main" id="{5B9DF506-FA73-4B69-BFF8-9508CCD1B341}"/>
              </a:ext>
            </a:extLst>
          </p:cNvPr>
          <p:cNvSpPr>
            <a:spLocks noGrp="1"/>
          </p:cNvSpPr>
          <p:nvPr>
            <p:ph type="body" sz="quarter" idx="16" hasCustomPrompt="1"/>
          </p:nvPr>
        </p:nvSpPr>
        <p:spPr>
          <a:xfrm>
            <a:off x="6905270" y="1197473"/>
            <a:ext cx="4889860" cy="296986"/>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18" name="Content Placeholder 3">
            <a:extLst>
              <a:ext uri="{FF2B5EF4-FFF2-40B4-BE49-F238E27FC236}">
                <a16:creationId xmlns:a16="http://schemas.microsoft.com/office/drawing/2014/main" id="{D3C25E06-F692-49FF-AE8E-D1AB6FF3AAB9}"/>
              </a:ext>
            </a:extLst>
          </p:cNvPr>
          <p:cNvSpPr>
            <a:spLocks noGrp="1"/>
          </p:cNvSpPr>
          <p:nvPr>
            <p:ph sz="half" idx="19" hasCustomPrompt="1"/>
          </p:nvPr>
        </p:nvSpPr>
        <p:spPr>
          <a:xfrm>
            <a:off x="6905263" y="1494459"/>
            <a:ext cx="4889860" cy="7547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b="0" i="0">
                <a:latin typeface="Buckeye Sans 2" pitchFamily="2" charset="77"/>
              </a:defRPr>
            </a:lvl5pPr>
          </a:lstStyle>
          <a:p>
            <a:pPr lvl="0"/>
            <a:r>
              <a:rPr lang="en-US"/>
              <a:t>Click to edit supplemental copy</a:t>
            </a:r>
          </a:p>
          <a:p>
            <a:pPr lvl="4"/>
            <a:endParaRPr lang="en-US"/>
          </a:p>
        </p:txBody>
      </p:sp>
      <p:sp>
        <p:nvSpPr>
          <p:cNvPr id="19" name="Picture Placeholder 4">
            <a:extLst>
              <a:ext uri="{FF2B5EF4-FFF2-40B4-BE49-F238E27FC236}">
                <a16:creationId xmlns:a16="http://schemas.microsoft.com/office/drawing/2014/main" id="{3B784B6F-C536-4BE2-9F68-EFD22C48A77E}"/>
              </a:ext>
            </a:extLst>
          </p:cNvPr>
          <p:cNvSpPr>
            <a:spLocks noGrp="1"/>
          </p:cNvSpPr>
          <p:nvPr>
            <p:ph type="pic" sz="quarter" idx="20"/>
          </p:nvPr>
        </p:nvSpPr>
        <p:spPr>
          <a:xfrm>
            <a:off x="5839269" y="2625206"/>
            <a:ext cx="914400" cy="914400"/>
          </a:xfrm>
        </p:spPr>
        <p:txBody>
          <a:bodyPr>
            <a:normAutofit/>
          </a:bodyPr>
          <a:lstStyle>
            <a:lvl1pPr marL="0" indent="0" algn="ctr">
              <a:buNone/>
              <a:defRPr sz="1400">
                <a:solidFill>
                  <a:schemeClr val="bg1">
                    <a:lumMod val="50000"/>
                  </a:schemeClr>
                </a:solidFill>
              </a:defRPr>
            </a:lvl1pPr>
          </a:lstStyle>
          <a:p>
            <a:endParaRPr lang="en-US"/>
          </a:p>
        </p:txBody>
      </p:sp>
      <p:sp>
        <p:nvSpPr>
          <p:cNvPr id="20" name="Text Placeholder 4">
            <a:extLst>
              <a:ext uri="{FF2B5EF4-FFF2-40B4-BE49-F238E27FC236}">
                <a16:creationId xmlns:a16="http://schemas.microsoft.com/office/drawing/2014/main" id="{98CA5EED-CA8D-41CE-A9A2-2D0FD1FFEA2F}"/>
              </a:ext>
            </a:extLst>
          </p:cNvPr>
          <p:cNvSpPr>
            <a:spLocks noGrp="1"/>
          </p:cNvSpPr>
          <p:nvPr>
            <p:ph type="body" sz="quarter" idx="21" hasCustomPrompt="1"/>
          </p:nvPr>
        </p:nvSpPr>
        <p:spPr>
          <a:xfrm>
            <a:off x="6905263" y="2650316"/>
            <a:ext cx="4889860" cy="296986"/>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21" name="Content Placeholder 3">
            <a:extLst>
              <a:ext uri="{FF2B5EF4-FFF2-40B4-BE49-F238E27FC236}">
                <a16:creationId xmlns:a16="http://schemas.microsoft.com/office/drawing/2014/main" id="{6A62EE4C-12CF-4CD9-A03E-75610F65D462}"/>
              </a:ext>
            </a:extLst>
          </p:cNvPr>
          <p:cNvSpPr>
            <a:spLocks noGrp="1"/>
          </p:cNvSpPr>
          <p:nvPr>
            <p:ph sz="half" idx="22" hasCustomPrompt="1"/>
          </p:nvPr>
        </p:nvSpPr>
        <p:spPr>
          <a:xfrm>
            <a:off x="6905256" y="2933014"/>
            <a:ext cx="4889860" cy="7547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b="0" i="0">
                <a:latin typeface="Buckeye Sans 2" pitchFamily="2" charset="77"/>
              </a:defRPr>
            </a:lvl5pPr>
          </a:lstStyle>
          <a:p>
            <a:pPr lvl="0"/>
            <a:r>
              <a:rPr lang="en-US"/>
              <a:t>Click to edit supplement copy</a:t>
            </a:r>
          </a:p>
          <a:p>
            <a:pPr lvl="4"/>
            <a:endParaRPr lang="en-US"/>
          </a:p>
        </p:txBody>
      </p:sp>
      <p:sp>
        <p:nvSpPr>
          <p:cNvPr id="22" name="Picture Placeholder 4">
            <a:extLst>
              <a:ext uri="{FF2B5EF4-FFF2-40B4-BE49-F238E27FC236}">
                <a16:creationId xmlns:a16="http://schemas.microsoft.com/office/drawing/2014/main" id="{1EDC020B-92DF-44EE-8F61-D1F571593823}"/>
              </a:ext>
            </a:extLst>
          </p:cNvPr>
          <p:cNvSpPr>
            <a:spLocks noGrp="1"/>
          </p:cNvSpPr>
          <p:nvPr>
            <p:ph type="pic" sz="quarter" idx="23"/>
          </p:nvPr>
        </p:nvSpPr>
        <p:spPr>
          <a:xfrm>
            <a:off x="5839269" y="3984098"/>
            <a:ext cx="914400" cy="914400"/>
          </a:xfrm>
        </p:spPr>
        <p:txBody>
          <a:bodyPr>
            <a:normAutofit/>
          </a:bodyPr>
          <a:lstStyle>
            <a:lvl1pPr marL="0" indent="0" algn="ctr">
              <a:buNone/>
              <a:defRPr sz="1400">
                <a:solidFill>
                  <a:schemeClr val="bg1">
                    <a:lumMod val="50000"/>
                  </a:schemeClr>
                </a:solidFill>
              </a:defRPr>
            </a:lvl1pPr>
          </a:lstStyle>
          <a:p>
            <a:endParaRPr lang="en-US"/>
          </a:p>
        </p:txBody>
      </p:sp>
      <p:sp>
        <p:nvSpPr>
          <p:cNvPr id="23" name="Text Placeholder 4">
            <a:extLst>
              <a:ext uri="{FF2B5EF4-FFF2-40B4-BE49-F238E27FC236}">
                <a16:creationId xmlns:a16="http://schemas.microsoft.com/office/drawing/2014/main" id="{6EC31054-F323-447E-A250-00C70D033246}"/>
              </a:ext>
            </a:extLst>
          </p:cNvPr>
          <p:cNvSpPr>
            <a:spLocks noGrp="1"/>
          </p:cNvSpPr>
          <p:nvPr>
            <p:ph type="body" sz="quarter" idx="24" hasCustomPrompt="1"/>
          </p:nvPr>
        </p:nvSpPr>
        <p:spPr>
          <a:xfrm>
            <a:off x="6905263" y="3994920"/>
            <a:ext cx="4889860" cy="296986"/>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24" name="Content Placeholder 3">
            <a:extLst>
              <a:ext uri="{FF2B5EF4-FFF2-40B4-BE49-F238E27FC236}">
                <a16:creationId xmlns:a16="http://schemas.microsoft.com/office/drawing/2014/main" id="{2A0E534F-F82F-491F-A155-625F7F13DD81}"/>
              </a:ext>
            </a:extLst>
          </p:cNvPr>
          <p:cNvSpPr>
            <a:spLocks noGrp="1"/>
          </p:cNvSpPr>
          <p:nvPr>
            <p:ph sz="half" idx="25" hasCustomPrompt="1"/>
          </p:nvPr>
        </p:nvSpPr>
        <p:spPr>
          <a:xfrm>
            <a:off x="6905256" y="4291906"/>
            <a:ext cx="4889860" cy="7547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b="0" i="0">
                <a:latin typeface="Buckeye Sans 2" pitchFamily="2" charset="77"/>
              </a:defRPr>
            </a:lvl5pPr>
          </a:lstStyle>
          <a:p>
            <a:pPr lvl="0"/>
            <a:r>
              <a:rPr lang="en-US"/>
              <a:t>Click to edit supplemental copy</a:t>
            </a:r>
          </a:p>
          <a:p>
            <a:pPr lvl="4"/>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15630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Team 3">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2" name="Title 1">
            <a:extLst>
              <a:ext uri="{FF2B5EF4-FFF2-40B4-BE49-F238E27FC236}">
                <a16:creationId xmlns:a16="http://schemas.microsoft.com/office/drawing/2014/main" id="{4319CF42-CFB0-4813-AFA8-72E0DF893747}"/>
              </a:ext>
            </a:extLst>
          </p:cNvPr>
          <p:cNvSpPr>
            <a:spLocks noGrp="1"/>
          </p:cNvSpPr>
          <p:nvPr>
            <p:ph type="title" hasCustomPrompt="1"/>
          </p:nvPr>
        </p:nvSpPr>
        <p:spPr>
          <a:xfrm>
            <a:off x="396874" y="1214845"/>
            <a:ext cx="4175126" cy="2057636"/>
          </a:xfrm>
        </p:spPr>
        <p:txBody>
          <a:bodyPr vert="horz" lIns="91440" tIns="45720" rIns="91440" bIns="45720" rtlCol="0" anchor="b">
            <a:normAutofit/>
          </a:bodyPr>
          <a:lstStyle>
            <a:lvl1pPr>
              <a:defRPr lang="en-US"/>
            </a:lvl1pPr>
          </a:lstStyle>
          <a:p>
            <a:pPr lvl="0"/>
            <a:r>
              <a:rPr lang="en-US"/>
              <a:t>Click to edit master page title</a:t>
            </a:r>
          </a:p>
        </p:txBody>
      </p:sp>
      <p:sp>
        <p:nvSpPr>
          <p:cNvPr id="29" name="Content Placeholder 3">
            <a:extLst>
              <a:ext uri="{FF2B5EF4-FFF2-40B4-BE49-F238E27FC236}">
                <a16:creationId xmlns:a16="http://schemas.microsoft.com/office/drawing/2014/main" id="{32636A59-1C4D-DB7E-7AB5-5FF3CE74F2C1}"/>
              </a:ext>
            </a:extLst>
          </p:cNvPr>
          <p:cNvSpPr>
            <a:spLocks noGrp="1"/>
          </p:cNvSpPr>
          <p:nvPr>
            <p:ph sz="half" idx="35" hasCustomPrompt="1"/>
          </p:nvPr>
        </p:nvSpPr>
        <p:spPr>
          <a:xfrm>
            <a:off x="385986" y="3299740"/>
            <a:ext cx="4186014" cy="2428368"/>
          </a:xfrm>
        </p:spPr>
        <p:txBody>
          <a:bodyPr>
            <a:normAutofit/>
          </a:bodyPr>
          <a:lstStyle>
            <a:lvl1pPr marL="0" indent="0">
              <a:buNone/>
              <a:defRPr sz="2400">
                <a:solidFill>
                  <a:schemeClr val="tx1"/>
                </a:solidFill>
              </a:defRPr>
            </a:lvl1pPr>
            <a:lvl2pPr marL="520700" indent="-228600">
              <a:buClr>
                <a:srgbClr val="C00000"/>
              </a:buClr>
              <a:buSzPct val="110000"/>
              <a:buFont typeface="Arial" panose="020B0604020202020204" pitchFamily="34" charset="0"/>
              <a:buChar char="•"/>
              <a:tabLst/>
              <a:defRPr sz="2000">
                <a:solidFill>
                  <a:schemeClr val="tx1"/>
                </a:solidFill>
              </a:defRPr>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5" name="Picture Placeholder 4">
            <a:extLst>
              <a:ext uri="{FF2B5EF4-FFF2-40B4-BE49-F238E27FC236}">
                <a16:creationId xmlns:a16="http://schemas.microsoft.com/office/drawing/2014/main" id="{FE19BD27-A5AE-4AED-A944-00ED745F24F8}"/>
              </a:ext>
            </a:extLst>
          </p:cNvPr>
          <p:cNvSpPr>
            <a:spLocks noGrp="1"/>
          </p:cNvSpPr>
          <p:nvPr>
            <p:ph type="pic" sz="quarter" idx="13" hasCustomPrompt="1"/>
          </p:nvPr>
        </p:nvSpPr>
        <p:spPr>
          <a:xfrm>
            <a:off x="4837311" y="205281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15" name="Text Placeholder 4">
            <a:extLst>
              <a:ext uri="{FF2B5EF4-FFF2-40B4-BE49-F238E27FC236}">
                <a16:creationId xmlns:a16="http://schemas.microsoft.com/office/drawing/2014/main" id="{5B9DF506-FA73-4B69-BFF8-9508CCD1B341}"/>
              </a:ext>
            </a:extLst>
          </p:cNvPr>
          <p:cNvSpPr>
            <a:spLocks noGrp="1"/>
          </p:cNvSpPr>
          <p:nvPr>
            <p:ph type="body" sz="quarter" idx="16" hasCustomPrompt="1"/>
          </p:nvPr>
        </p:nvSpPr>
        <p:spPr>
          <a:xfrm>
            <a:off x="4739337" y="3762103"/>
            <a:ext cx="2225340"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18" name="Content Placeholder 3">
            <a:extLst>
              <a:ext uri="{FF2B5EF4-FFF2-40B4-BE49-F238E27FC236}">
                <a16:creationId xmlns:a16="http://schemas.microsoft.com/office/drawing/2014/main" id="{D3C25E06-F692-49FF-AE8E-D1AB6FF3AAB9}"/>
              </a:ext>
            </a:extLst>
          </p:cNvPr>
          <p:cNvSpPr>
            <a:spLocks noGrp="1"/>
          </p:cNvSpPr>
          <p:nvPr>
            <p:ph sz="half" idx="19" hasCustomPrompt="1"/>
          </p:nvPr>
        </p:nvSpPr>
        <p:spPr>
          <a:xfrm>
            <a:off x="4739337" y="416416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2" name="Picture Placeholder 4">
            <a:extLst>
              <a:ext uri="{FF2B5EF4-FFF2-40B4-BE49-F238E27FC236}">
                <a16:creationId xmlns:a16="http://schemas.microsoft.com/office/drawing/2014/main" id="{B781AC33-C47D-CE41-F333-5612FC49D32D}"/>
              </a:ext>
            </a:extLst>
          </p:cNvPr>
          <p:cNvSpPr>
            <a:spLocks noGrp="1"/>
          </p:cNvSpPr>
          <p:nvPr>
            <p:ph type="pic" sz="quarter" idx="36" hasCustomPrompt="1"/>
          </p:nvPr>
        </p:nvSpPr>
        <p:spPr>
          <a:xfrm>
            <a:off x="7269480" y="205281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3" name="Text Placeholder 4">
            <a:extLst>
              <a:ext uri="{FF2B5EF4-FFF2-40B4-BE49-F238E27FC236}">
                <a16:creationId xmlns:a16="http://schemas.microsoft.com/office/drawing/2014/main" id="{46EC207A-75A9-199D-31B5-9D8D502D7FD0}"/>
              </a:ext>
            </a:extLst>
          </p:cNvPr>
          <p:cNvSpPr>
            <a:spLocks noGrp="1"/>
          </p:cNvSpPr>
          <p:nvPr>
            <p:ph type="body" sz="quarter" idx="37" hasCustomPrompt="1"/>
          </p:nvPr>
        </p:nvSpPr>
        <p:spPr>
          <a:xfrm>
            <a:off x="7171506" y="3762103"/>
            <a:ext cx="2209799"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4" name="Content Placeholder 3">
            <a:extLst>
              <a:ext uri="{FF2B5EF4-FFF2-40B4-BE49-F238E27FC236}">
                <a16:creationId xmlns:a16="http://schemas.microsoft.com/office/drawing/2014/main" id="{EA2978D8-3542-6E8A-613E-6B54448341D0}"/>
              </a:ext>
            </a:extLst>
          </p:cNvPr>
          <p:cNvSpPr>
            <a:spLocks noGrp="1"/>
          </p:cNvSpPr>
          <p:nvPr>
            <p:ph sz="half" idx="38" hasCustomPrompt="1"/>
          </p:nvPr>
        </p:nvSpPr>
        <p:spPr>
          <a:xfrm>
            <a:off x="7171506" y="416416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5" name="Picture Placeholder 4">
            <a:extLst>
              <a:ext uri="{FF2B5EF4-FFF2-40B4-BE49-F238E27FC236}">
                <a16:creationId xmlns:a16="http://schemas.microsoft.com/office/drawing/2014/main" id="{9B3D4EE7-E3D1-3FAD-4643-1190D06F4ABA}"/>
              </a:ext>
            </a:extLst>
          </p:cNvPr>
          <p:cNvSpPr>
            <a:spLocks noGrp="1"/>
          </p:cNvSpPr>
          <p:nvPr>
            <p:ph type="pic" sz="quarter" idx="39" hasCustomPrompt="1"/>
          </p:nvPr>
        </p:nvSpPr>
        <p:spPr>
          <a:xfrm>
            <a:off x="9707880" y="205281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6" name="Text Placeholder 4">
            <a:extLst>
              <a:ext uri="{FF2B5EF4-FFF2-40B4-BE49-F238E27FC236}">
                <a16:creationId xmlns:a16="http://schemas.microsoft.com/office/drawing/2014/main" id="{CF1F1B6B-6BC0-7CE5-8AA0-65781BC5B497}"/>
              </a:ext>
            </a:extLst>
          </p:cNvPr>
          <p:cNvSpPr>
            <a:spLocks noGrp="1"/>
          </p:cNvSpPr>
          <p:nvPr>
            <p:ph type="body" sz="quarter" idx="40" hasCustomPrompt="1"/>
          </p:nvPr>
        </p:nvSpPr>
        <p:spPr>
          <a:xfrm>
            <a:off x="9609906" y="3762103"/>
            <a:ext cx="2220685"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7" name="Content Placeholder 3">
            <a:extLst>
              <a:ext uri="{FF2B5EF4-FFF2-40B4-BE49-F238E27FC236}">
                <a16:creationId xmlns:a16="http://schemas.microsoft.com/office/drawing/2014/main" id="{FEB4D2C4-0C4E-A036-BD82-B2C245849209}"/>
              </a:ext>
            </a:extLst>
          </p:cNvPr>
          <p:cNvSpPr>
            <a:spLocks noGrp="1"/>
          </p:cNvSpPr>
          <p:nvPr>
            <p:ph sz="half" idx="41" hasCustomPrompt="1"/>
          </p:nvPr>
        </p:nvSpPr>
        <p:spPr>
          <a:xfrm>
            <a:off x="9609906" y="416416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59167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Team 6">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3" name="Title 1">
            <a:extLst>
              <a:ext uri="{FF2B5EF4-FFF2-40B4-BE49-F238E27FC236}">
                <a16:creationId xmlns:a16="http://schemas.microsoft.com/office/drawing/2014/main" id="{D8840F6E-5028-202C-488C-6E119F9F49A9}"/>
              </a:ext>
            </a:extLst>
          </p:cNvPr>
          <p:cNvSpPr>
            <a:spLocks noGrp="1"/>
          </p:cNvSpPr>
          <p:nvPr>
            <p:ph type="title" hasCustomPrompt="1"/>
          </p:nvPr>
        </p:nvSpPr>
        <p:spPr>
          <a:xfrm>
            <a:off x="396874" y="1214845"/>
            <a:ext cx="4175126" cy="2057636"/>
          </a:xfrm>
        </p:spPr>
        <p:txBody>
          <a:bodyPr vert="horz" lIns="91440" tIns="45720" rIns="91440" bIns="45720" rtlCol="0" anchor="b">
            <a:normAutofit/>
          </a:bodyPr>
          <a:lstStyle>
            <a:lvl1pPr>
              <a:defRPr lang="en-US"/>
            </a:lvl1pPr>
          </a:lstStyle>
          <a:p>
            <a:pPr lvl="0"/>
            <a:r>
              <a:rPr lang="en-US"/>
              <a:t>Click to edit master page title</a:t>
            </a:r>
          </a:p>
        </p:txBody>
      </p:sp>
      <p:sp>
        <p:nvSpPr>
          <p:cNvPr id="4" name="Content Placeholder 3">
            <a:extLst>
              <a:ext uri="{FF2B5EF4-FFF2-40B4-BE49-F238E27FC236}">
                <a16:creationId xmlns:a16="http://schemas.microsoft.com/office/drawing/2014/main" id="{53C21450-A5C8-7AC0-18C4-F68F4E92811B}"/>
              </a:ext>
            </a:extLst>
          </p:cNvPr>
          <p:cNvSpPr>
            <a:spLocks noGrp="1"/>
          </p:cNvSpPr>
          <p:nvPr>
            <p:ph sz="half" idx="35" hasCustomPrompt="1"/>
          </p:nvPr>
        </p:nvSpPr>
        <p:spPr>
          <a:xfrm>
            <a:off x="385986" y="3299740"/>
            <a:ext cx="4186014" cy="2428368"/>
          </a:xfrm>
        </p:spPr>
        <p:txBody>
          <a:bodyPr>
            <a:normAutofit/>
          </a:bodyPr>
          <a:lstStyle>
            <a:lvl1pPr marL="0" indent="0">
              <a:buNone/>
              <a:defRPr sz="2400">
                <a:solidFill>
                  <a:schemeClr val="tx1"/>
                </a:solidFill>
              </a:defRPr>
            </a:lvl1pPr>
            <a:lvl2pPr marL="520700" indent="-228600">
              <a:buClr>
                <a:srgbClr val="C00000"/>
              </a:buClr>
              <a:buSzPct val="110000"/>
              <a:buFont typeface="Arial" panose="020B0604020202020204" pitchFamily="34" charset="0"/>
              <a:buChar char="•"/>
              <a:tabLst/>
              <a:defRPr sz="2000">
                <a:solidFill>
                  <a:schemeClr val="tx1"/>
                </a:solidFill>
              </a:defRPr>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5" name="Picture Placeholder 4">
            <a:extLst>
              <a:ext uri="{FF2B5EF4-FFF2-40B4-BE49-F238E27FC236}">
                <a16:creationId xmlns:a16="http://schemas.microsoft.com/office/drawing/2014/main" id="{FE19BD27-A5AE-4AED-A944-00ED745F24F8}"/>
              </a:ext>
            </a:extLst>
          </p:cNvPr>
          <p:cNvSpPr>
            <a:spLocks noGrp="1"/>
          </p:cNvSpPr>
          <p:nvPr>
            <p:ph type="pic" sz="quarter" idx="13" hasCustomPrompt="1"/>
          </p:nvPr>
        </p:nvSpPr>
        <p:spPr>
          <a:xfrm>
            <a:off x="4837311" y="69645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15" name="Text Placeholder 4">
            <a:extLst>
              <a:ext uri="{FF2B5EF4-FFF2-40B4-BE49-F238E27FC236}">
                <a16:creationId xmlns:a16="http://schemas.microsoft.com/office/drawing/2014/main" id="{5B9DF506-FA73-4B69-BFF8-9508CCD1B341}"/>
              </a:ext>
            </a:extLst>
          </p:cNvPr>
          <p:cNvSpPr>
            <a:spLocks noGrp="1"/>
          </p:cNvSpPr>
          <p:nvPr>
            <p:ph type="body" sz="quarter" idx="16" hasCustomPrompt="1"/>
          </p:nvPr>
        </p:nvSpPr>
        <p:spPr>
          <a:xfrm>
            <a:off x="4739337" y="2405743"/>
            <a:ext cx="2225340"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18" name="Content Placeholder 3">
            <a:extLst>
              <a:ext uri="{FF2B5EF4-FFF2-40B4-BE49-F238E27FC236}">
                <a16:creationId xmlns:a16="http://schemas.microsoft.com/office/drawing/2014/main" id="{D3C25E06-F692-49FF-AE8E-D1AB6FF3AAB9}"/>
              </a:ext>
            </a:extLst>
          </p:cNvPr>
          <p:cNvSpPr>
            <a:spLocks noGrp="1"/>
          </p:cNvSpPr>
          <p:nvPr>
            <p:ph sz="half" idx="19" hasCustomPrompt="1"/>
          </p:nvPr>
        </p:nvSpPr>
        <p:spPr>
          <a:xfrm>
            <a:off x="4739337" y="280780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2" name="Picture Placeholder 4">
            <a:extLst>
              <a:ext uri="{FF2B5EF4-FFF2-40B4-BE49-F238E27FC236}">
                <a16:creationId xmlns:a16="http://schemas.microsoft.com/office/drawing/2014/main" id="{B781AC33-C47D-CE41-F333-5612FC49D32D}"/>
              </a:ext>
            </a:extLst>
          </p:cNvPr>
          <p:cNvSpPr>
            <a:spLocks noGrp="1"/>
          </p:cNvSpPr>
          <p:nvPr>
            <p:ph type="pic" sz="quarter" idx="36" hasCustomPrompt="1"/>
          </p:nvPr>
        </p:nvSpPr>
        <p:spPr>
          <a:xfrm>
            <a:off x="7269480" y="69645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3" name="Text Placeholder 4">
            <a:extLst>
              <a:ext uri="{FF2B5EF4-FFF2-40B4-BE49-F238E27FC236}">
                <a16:creationId xmlns:a16="http://schemas.microsoft.com/office/drawing/2014/main" id="{46EC207A-75A9-199D-31B5-9D8D502D7FD0}"/>
              </a:ext>
            </a:extLst>
          </p:cNvPr>
          <p:cNvSpPr>
            <a:spLocks noGrp="1"/>
          </p:cNvSpPr>
          <p:nvPr>
            <p:ph type="body" sz="quarter" idx="37" hasCustomPrompt="1"/>
          </p:nvPr>
        </p:nvSpPr>
        <p:spPr>
          <a:xfrm>
            <a:off x="7171506" y="2405743"/>
            <a:ext cx="2209799"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4" name="Content Placeholder 3">
            <a:extLst>
              <a:ext uri="{FF2B5EF4-FFF2-40B4-BE49-F238E27FC236}">
                <a16:creationId xmlns:a16="http://schemas.microsoft.com/office/drawing/2014/main" id="{EA2978D8-3542-6E8A-613E-6B54448341D0}"/>
              </a:ext>
            </a:extLst>
          </p:cNvPr>
          <p:cNvSpPr>
            <a:spLocks noGrp="1"/>
          </p:cNvSpPr>
          <p:nvPr>
            <p:ph sz="half" idx="38" hasCustomPrompt="1"/>
          </p:nvPr>
        </p:nvSpPr>
        <p:spPr>
          <a:xfrm>
            <a:off x="7171506" y="280780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5" name="Picture Placeholder 4">
            <a:extLst>
              <a:ext uri="{FF2B5EF4-FFF2-40B4-BE49-F238E27FC236}">
                <a16:creationId xmlns:a16="http://schemas.microsoft.com/office/drawing/2014/main" id="{9B3D4EE7-E3D1-3FAD-4643-1190D06F4ABA}"/>
              </a:ext>
            </a:extLst>
          </p:cNvPr>
          <p:cNvSpPr>
            <a:spLocks noGrp="1"/>
          </p:cNvSpPr>
          <p:nvPr>
            <p:ph type="pic" sz="quarter" idx="39" hasCustomPrompt="1"/>
          </p:nvPr>
        </p:nvSpPr>
        <p:spPr>
          <a:xfrm>
            <a:off x="9707880" y="696457"/>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6" name="Text Placeholder 4">
            <a:extLst>
              <a:ext uri="{FF2B5EF4-FFF2-40B4-BE49-F238E27FC236}">
                <a16:creationId xmlns:a16="http://schemas.microsoft.com/office/drawing/2014/main" id="{CF1F1B6B-6BC0-7CE5-8AA0-65781BC5B497}"/>
              </a:ext>
            </a:extLst>
          </p:cNvPr>
          <p:cNvSpPr>
            <a:spLocks noGrp="1"/>
          </p:cNvSpPr>
          <p:nvPr>
            <p:ph type="body" sz="quarter" idx="40" hasCustomPrompt="1"/>
          </p:nvPr>
        </p:nvSpPr>
        <p:spPr>
          <a:xfrm>
            <a:off x="9609906" y="2405743"/>
            <a:ext cx="2220685"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47" name="Content Placeholder 3">
            <a:extLst>
              <a:ext uri="{FF2B5EF4-FFF2-40B4-BE49-F238E27FC236}">
                <a16:creationId xmlns:a16="http://schemas.microsoft.com/office/drawing/2014/main" id="{FEB4D2C4-0C4E-A036-BD82-B2C245849209}"/>
              </a:ext>
            </a:extLst>
          </p:cNvPr>
          <p:cNvSpPr>
            <a:spLocks noGrp="1"/>
          </p:cNvSpPr>
          <p:nvPr>
            <p:ph sz="half" idx="41" hasCustomPrompt="1"/>
          </p:nvPr>
        </p:nvSpPr>
        <p:spPr>
          <a:xfrm>
            <a:off x="9609906" y="2807802"/>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48" name="Picture Placeholder 4">
            <a:extLst>
              <a:ext uri="{FF2B5EF4-FFF2-40B4-BE49-F238E27FC236}">
                <a16:creationId xmlns:a16="http://schemas.microsoft.com/office/drawing/2014/main" id="{8DB9D046-1452-3F52-9EF6-F1591861163B}"/>
              </a:ext>
            </a:extLst>
          </p:cNvPr>
          <p:cNvSpPr>
            <a:spLocks noGrp="1"/>
          </p:cNvSpPr>
          <p:nvPr>
            <p:ph type="pic" sz="quarter" idx="42" hasCustomPrompt="1"/>
          </p:nvPr>
        </p:nvSpPr>
        <p:spPr>
          <a:xfrm>
            <a:off x="4837311" y="3581400"/>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49" name="Text Placeholder 4">
            <a:extLst>
              <a:ext uri="{FF2B5EF4-FFF2-40B4-BE49-F238E27FC236}">
                <a16:creationId xmlns:a16="http://schemas.microsoft.com/office/drawing/2014/main" id="{99F1484B-33B4-49AF-50B3-692F9415D08D}"/>
              </a:ext>
            </a:extLst>
          </p:cNvPr>
          <p:cNvSpPr>
            <a:spLocks noGrp="1"/>
          </p:cNvSpPr>
          <p:nvPr>
            <p:ph type="body" sz="quarter" idx="43" hasCustomPrompt="1"/>
          </p:nvPr>
        </p:nvSpPr>
        <p:spPr>
          <a:xfrm>
            <a:off x="4739337" y="5290686"/>
            <a:ext cx="2225340"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50" name="Content Placeholder 3">
            <a:extLst>
              <a:ext uri="{FF2B5EF4-FFF2-40B4-BE49-F238E27FC236}">
                <a16:creationId xmlns:a16="http://schemas.microsoft.com/office/drawing/2014/main" id="{A8463267-4C32-C0A8-B221-D5C692958888}"/>
              </a:ext>
            </a:extLst>
          </p:cNvPr>
          <p:cNvSpPr>
            <a:spLocks noGrp="1"/>
          </p:cNvSpPr>
          <p:nvPr>
            <p:ph sz="half" idx="44" hasCustomPrompt="1"/>
          </p:nvPr>
        </p:nvSpPr>
        <p:spPr>
          <a:xfrm>
            <a:off x="4739337" y="5692745"/>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51" name="Picture Placeholder 4">
            <a:extLst>
              <a:ext uri="{FF2B5EF4-FFF2-40B4-BE49-F238E27FC236}">
                <a16:creationId xmlns:a16="http://schemas.microsoft.com/office/drawing/2014/main" id="{0F713BA4-C3F0-7266-BFA2-4EB5D9BED635}"/>
              </a:ext>
            </a:extLst>
          </p:cNvPr>
          <p:cNvSpPr>
            <a:spLocks noGrp="1"/>
          </p:cNvSpPr>
          <p:nvPr>
            <p:ph type="pic" sz="quarter" idx="45" hasCustomPrompt="1"/>
          </p:nvPr>
        </p:nvSpPr>
        <p:spPr>
          <a:xfrm>
            <a:off x="7269480" y="3581400"/>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52" name="Text Placeholder 4">
            <a:extLst>
              <a:ext uri="{FF2B5EF4-FFF2-40B4-BE49-F238E27FC236}">
                <a16:creationId xmlns:a16="http://schemas.microsoft.com/office/drawing/2014/main" id="{77A3737E-4F1C-4A60-75FE-0CD6387D447B}"/>
              </a:ext>
            </a:extLst>
          </p:cNvPr>
          <p:cNvSpPr>
            <a:spLocks noGrp="1"/>
          </p:cNvSpPr>
          <p:nvPr>
            <p:ph type="body" sz="quarter" idx="46" hasCustomPrompt="1"/>
          </p:nvPr>
        </p:nvSpPr>
        <p:spPr>
          <a:xfrm>
            <a:off x="7171506" y="5290686"/>
            <a:ext cx="2209799"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53" name="Content Placeholder 3">
            <a:extLst>
              <a:ext uri="{FF2B5EF4-FFF2-40B4-BE49-F238E27FC236}">
                <a16:creationId xmlns:a16="http://schemas.microsoft.com/office/drawing/2014/main" id="{1F5B1B2F-7A86-7712-D642-D31C7A449AC0}"/>
              </a:ext>
            </a:extLst>
          </p:cNvPr>
          <p:cNvSpPr>
            <a:spLocks noGrp="1"/>
          </p:cNvSpPr>
          <p:nvPr>
            <p:ph sz="half" idx="47" hasCustomPrompt="1"/>
          </p:nvPr>
        </p:nvSpPr>
        <p:spPr>
          <a:xfrm>
            <a:off x="7171506" y="5692745"/>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54" name="Picture Placeholder 4">
            <a:extLst>
              <a:ext uri="{FF2B5EF4-FFF2-40B4-BE49-F238E27FC236}">
                <a16:creationId xmlns:a16="http://schemas.microsoft.com/office/drawing/2014/main" id="{1AF508C4-773E-5526-D0B3-4519BA6E9F49}"/>
              </a:ext>
            </a:extLst>
          </p:cNvPr>
          <p:cNvSpPr>
            <a:spLocks noGrp="1"/>
          </p:cNvSpPr>
          <p:nvPr>
            <p:ph type="pic" sz="quarter" idx="48" hasCustomPrompt="1"/>
          </p:nvPr>
        </p:nvSpPr>
        <p:spPr>
          <a:xfrm>
            <a:off x="9707880" y="3581400"/>
            <a:ext cx="2077591" cy="1676742"/>
          </a:xfrm>
        </p:spPr>
        <p:txBody>
          <a:bodyPr anchor="ctr">
            <a:normAutofit/>
          </a:bodyPr>
          <a:lstStyle>
            <a:lvl1pPr marL="0" indent="0" algn="ctr">
              <a:buNone/>
              <a:defRPr sz="1400">
                <a:solidFill>
                  <a:schemeClr val="bg1">
                    <a:lumMod val="50000"/>
                  </a:schemeClr>
                </a:solidFill>
              </a:defRPr>
            </a:lvl1pPr>
          </a:lstStyle>
          <a:p>
            <a:r>
              <a:rPr lang="en-US"/>
              <a:t>Click to add picture</a:t>
            </a:r>
          </a:p>
        </p:txBody>
      </p:sp>
      <p:sp>
        <p:nvSpPr>
          <p:cNvPr id="55" name="Text Placeholder 4">
            <a:extLst>
              <a:ext uri="{FF2B5EF4-FFF2-40B4-BE49-F238E27FC236}">
                <a16:creationId xmlns:a16="http://schemas.microsoft.com/office/drawing/2014/main" id="{5A52EAA6-4323-C683-D3E0-0360F2401CBE}"/>
              </a:ext>
            </a:extLst>
          </p:cNvPr>
          <p:cNvSpPr>
            <a:spLocks noGrp="1"/>
          </p:cNvSpPr>
          <p:nvPr>
            <p:ph type="body" sz="quarter" idx="49" hasCustomPrompt="1"/>
          </p:nvPr>
        </p:nvSpPr>
        <p:spPr>
          <a:xfrm>
            <a:off x="9609906" y="5290686"/>
            <a:ext cx="2220685" cy="381000"/>
          </a:xfrm>
        </p:spPr>
        <p:txBody>
          <a:bodyPr anchor="b">
            <a:normAutofit/>
          </a:bodyP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56" name="Content Placeholder 3">
            <a:extLst>
              <a:ext uri="{FF2B5EF4-FFF2-40B4-BE49-F238E27FC236}">
                <a16:creationId xmlns:a16="http://schemas.microsoft.com/office/drawing/2014/main" id="{ED840ECE-E392-54F4-E5E0-09C6BAC5F6FA}"/>
              </a:ext>
            </a:extLst>
          </p:cNvPr>
          <p:cNvSpPr>
            <a:spLocks noGrp="1"/>
          </p:cNvSpPr>
          <p:nvPr>
            <p:ph sz="half" idx="50" hasCustomPrompt="1"/>
          </p:nvPr>
        </p:nvSpPr>
        <p:spPr>
          <a:xfrm>
            <a:off x="9609906" y="5692745"/>
            <a:ext cx="2077592" cy="513018"/>
          </a:xfrm>
        </p:spPr>
        <p:txBody>
          <a:bodyPr>
            <a:no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100"/>
            </a:lvl4pPr>
            <a:lvl5pPr marL="1828800" indent="0">
              <a:buNone/>
              <a:defRPr sz="1400" b="0" i="0">
                <a:solidFill>
                  <a:schemeClr val="tx1"/>
                </a:solidFill>
                <a:latin typeface="Buckeye Sans 2" pitchFamily="2" charset="77"/>
              </a:defRPr>
            </a:lvl5pPr>
          </a:lstStyle>
          <a:p>
            <a:pPr lvl="0"/>
            <a:r>
              <a:rPr lang="en-US"/>
              <a:t>Click to edit supplemental copy</a:t>
            </a:r>
          </a:p>
          <a:p>
            <a:pPr lvl="4"/>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05526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1 Full Page Imag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3" name="Picture Placeholder 4">
            <a:extLst>
              <a:ext uri="{FF2B5EF4-FFF2-40B4-BE49-F238E27FC236}">
                <a16:creationId xmlns:a16="http://schemas.microsoft.com/office/drawing/2014/main" id="{2EA2B1EF-1641-E792-AEFE-F012F6930A14}"/>
              </a:ext>
            </a:extLst>
          </p:cNvPr>
          <p:cNvSpPr>
            <a:spLocks noGrp="1"/>
          </p:cNvSpPr>
          <p:nvPr>
            <p:ph type="pic" sz="quarter" idx="14" hasCustomPrompt="1"/>
          </p:nvPr>
        </p:nvSpPr>
        <p:spPr>
          <a:xfrm>
            <a:off x="381000" y="381000"/>
            <a:ext cx="11414127" cy="5766413"/>
          </a:xfrm>
        </p:spPr>
        <p:txBody>
          <a:bodyPr anchor="ctr">
            <a:normAutofit/>
          </a:bodyPr>
          <a:lstStyle>
            <a:lvl1pPr marL="0" indent="0" algn="ctr">
              <a:buNone/>
              <a:defRPr sz="1800">
                <a:solidFill>
                  <a:schemeClr val="bg1">
                    <a:lumMod val="50000"/>
                  </a:schemeClr>
                </a:solidFill>
              </a:defRPr>
            </a:lvl1pPr>
          </a:lstStyle>
          <a:p>
            <a:r>
              <a:rPr lang="en-US"/>
              <a:t>Click to add picture;</a:t>
            </a:r>
            <a:br>
              <a:rPr lang="en-US"/>
            </a:br>
            <a:r>
              <a:rPr lang="en-US"/>
              <a:t>send to back</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736627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1 Wide Imag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2" name="Title 1">
            <a:extLst>
              <a:ext uri="{FF2B5EF4-FFF2-40B4-BE49-F238E27FC236}">
                <a16:creationId xmlns:a16="http://schemas.microsoft.com/office/drawing/2014/main" id="{4319CF42-CFB0-4813-AFA8-72E0DF893747}"/>
              </a:ext>
            </a:extLst>
          </p:cNvPr>
          <p:cNvSpPr>
            <a:spLocks noGrp="1"/>
          </p:cNvSpPr>
          <p:nvPr>
            <p:ph type="title" hasCustomPrompt="1"/>
          </p:nvPr>
        </p:nvSpPr>
        <p:spPr>
          <a:xfrm>
            <a:off x="396873" y="272592"/>
            <a:ext cx="4175127" cy="1557660"/>
          </a:xfrm>
        </p:spPr>
        <p:txBody>
          <a:bodyPr vert="horz" lIns="91440" tIns="45720" rIns="91440" bIns="45720" rtlCol="0" anchor="b">
            <a:normAutofit/>
          </a:bodyPr>
          <a:lstStyle>
            <a:lvl1pPr>
              <a:defRPr lang="en-US"/>
            </a:lvl1pPr>
          </a:lstStyle>
          <a:p>
            <a:pPr lvl="0"/>
            <a:r>
              <a:rPr lang="en-US"/>
              <a:t>Add your slide title</a:t>
            </a:r>
          </a:p>
        </p:txBody>
      </p:sp>
      <p:sp>
        <p:nvSpPr>
          <p:cNvPr id="4" name="Content Placeholder 3">
            <a:extLst>
              <a:ext uri="{FF2B5EF4-FFF2-40B4-BE49-F238E27FC236}">
                <a16:creationId xmlns:a16="http://schemas.microsoft.com/office/drawing/2014/main" id="{2896339C-BF56-4C01-9057-10C1041C7837}"/>
              </a:ext>
            </a:extLst>
          </p:cNvPr>
          <p:cNvSpPr>
            <a:spLocks noGrp="1"/>
          </p:cNvSpPr>
          <p:nvPr>
            <p:ph sz="half" idx="2" hasCustomPrompt="1"/>
          </p:nvPr>
        </p:nvSpPr>
        <p:spPr>
          <a:xfrm>
            <a:off x="4771571" y="546912"/>
            <a:ext cx="7023556" cy="1557660"/>
          </a:xfrm>
        </p:spPr>
        <p:txBody>
          <a:bodyPr>
            <a:normAutofit/>
          </a:bodyPr>
          <a:lstStyle>
            <a:lvl1pPr marL="0" indent="0">
              <a:buClr>
                <a:schemeClr val="accent1"/>
              </a:buClr>
              <a:buNone/>
              <a:defRPr sz="2400"/>
            </a:lvl1pPr>
            <a:lvl2pPr marL="520700" indent="-228600">
              <a:buClr>
                <a:schemeClr val="accent1"/>
              </a:buClr>
              <a:buSzPct val="110000"/>
              <a:buFont typeface="Arial" panose="020B0604020202020204" pitchFamily="34" charset="0"/>
              <a:buChar char="•"/>
              <a:tabLst/>
              <a:defRPr sz="2000"/>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3" name="Picture Placeholder 4">
            <a:extLst>
              <a:ext uri="{FF2B5EF4-FFF2-40B4-BE49-F238E27FC236}">
                <a16:creationId xmlns:a16="http://schemas.microsoft.com/office/drawing/2014/main" id="{2EA2B1EF-1641-E792-AEFE-F012F6930A14}"/>
              </a:ext>
            </a:extLst>
          </p:cNvPr>
          <p:cNvSpPr>
            <a:spLocks noGrp="1"/>
          </p:cNvSpPr>
          <p:nvPr>
            <p:ph type="pic" sz="quarter" idx="14" hasCustomPrompt="1"/>
          </p:nvPr>
        </p:nvSpPr>
        <p:spPr>
          <a:xfrm>
            <a:off x="396873" y="2278743"/>
            <a:ext cx="11398254" cy="3868669"/>
          </a:xfrm>
        </p:spPr>
        <p:txBody>
          <a:bodyPr anchor="ctr">
            <a:normAutofit/>
          </a:bodyPr>
          <a:lstStyle>
            <a:lvl1pPr marL="0" indent="0" algn="ctr">
              <a:buNone/>
              <a:defRPr sz="1800">
                <a:solidFill>
                  <a:schemeClr val="bg1">
                    <a:lumMod val="50000"/>
                  </a:schemeClr>
                </a:solidFill>
              </a:defRPr>
            </a:lvl1pPr>
          </a:lstStyle>
          <a:p>
            <a:r>
              <a:rPr lang="en-US"/>
              <a:t>Click to add picture;</a:t>
            </a:r>
            <a:br>
              <a:rPr lang="en-US"/>
            </a:br>
            <a:r>
              <a:rPr lang="en-US"/>
              <a:t>send to back</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952040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1 Large Imag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0" name="Title 1">
            <a:extLst>
              <a:ext uri="{FF2B5EF4-FFF2-40B4-BE49-F238E27FC236}">
                <a16:creationId xmlns:a16="http://schemas.microsoft.com/office/drawing/2014/main" id="{DD6DB94C-2BA1-25B7-2E42-3F62C5C50517}"/>
              </a:ext>
            </a:extLst>
          </p:cNvPr>
          <p:cNvSpPr>
            <a:spLocks noGrp="1"/>
          </p:cNvSpPr>
          <p:nvPr>
            <p:ph type="title" hasCustomPrompt="1"/>
          </p:nvPr>
        </p:nvSpPr>
        <p:spPr>
          <a:xfrm>
            <a:off x="396874" y="1214845"/>
            <a:ext cx="4175126" cy="2057636"/>
          </a:xfrm>
        </p:spPr>
        <p:txBody>
          <a:bodyPr anchor="b"/>
          <a:lstStyle>
            <a:lvl1pPr>
              <a:defRPr>
                <a:solidFill>
                  <a:schemeClr val="accent1"/>
                </a:solidFill>
              </a:defRPr>
            </a:lvl1pPr>
          </a:lstStyle>
          <a:p>
            <a:r>
              <a:rPr lang="en-US"/>
              <a:t>Click to edit master page</a:t>
            </a:r>
          </a:p>
        </p:txBody>
      </p:sp>
      <p:sp>
        <p:nvSpPr>
          <p:cNvPr id="11" name="Content Placeholder 3">
            <a:extLst>
              <a:ext uri="{FF2B5EF4-FFF2-40B4-BE49-F238E27FC236}">
                <a16:creationId xmlns:a16="http://schemas.microsoft.com/office/drawing/2014/main" id="{007A25B4-BF25-2EB3-833F-C53135D04762}"/>
              </a:ext>
            </a:extLst>
          </p:cNvPr>
          <p:cNvSpPr>
            <a:spLocks noGrp="1"/>
          </p:cNvSpPr>
          <p:nvPr>
            <p:ph sz="half" idx="35" hasCustomPrompt="1"/>
          </p:nvPr>
        </p:nvSpPr>
        <p:spPr>
          <a:xfrm>
            <a:off x="385986" y="3299740"/>
            <a:ext cx="4186014" cy="2428368"/>
          </a:xfrm>
        </p:spPr>
        <p:txBody>
          <a:bodyPr>
            <a:normAutofit/>
          </a:bodyPr>
          <a:lstStyle>
            <a:lvl1pPr marL="0" indent="0">
              <a:buNone/>
              <a:defRPr sz="2400">
                <a:solidFill>
                  <a:schemeClr val="tx1"/>
                </a:solidFill>
              </a:defRPr>
            </a:lvl1pPr>
            <a:lvl2pPr marL="520700" indent="-228600">
              <a:buClr>
                <a:srgbClr val="C00000"/>
              </a:buClr>
              <a:buSzPct val="110000"/>
              <a:buFont typeface="Arial" panose="020B0604020202020204" pitchFamily="34" charset="0"/>
              <a:buChar char="•"/>
              <a:tabLst/>
              <a:defRPr sz="2000">
                <a:solidFill>
                  <a:schemeClr val="tx1"/>
                </a:solidFill>
              </a:defRPr>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6" name="Content Placeholder 5">
            <a:extLst>
              <a:ext uri="{FF2B5EF4-FFF2-40B4-BE49-F238E27FC236}">
                <a16:creationId xmlns:a16="http://schemas.microsoft.com/office/drawing/2014/main" id="{F9AB3712-421D-4D44-A208-FCFD9F142B33}"/>
              </a:ext>
            </a:extLst>
          </p:cNvPr>
          <p:cNvSpPr>
            <a:spLocks noGrp="1"/>
          </p:cNvSpPr>
          <p:nvPr>
            <p:ph sz="quarter" idx="15" hasCustomPrompt="1"/>
          </p:nvPr>
        </p:nvSpPr>
        <p:spPr>
          <a:xfrm>
            <a:off x="4855028" y="365125"/>
            <a:ext cx="6940099" cy="5683025"/>
          </a:xfrm>
        </p:spPr>
        <p:txBody>
          <a:bodyPr anchor="ctr">
            <a:normAutofit/>
          </a:bodyPr>
          <a:lstStyle>
            <a:lvl1pPr marL="0" indent="0" algn="ctr">
              <a:buNone/>
              <a:defRPr sz="1800">
                <a:solidFill>
                  <a:schemeClr val="bg1">
                    <a:lumMod val="50000"/>
                  </a:schemeClr>
                </a:solidFill>
              </a:defRPr>
            </a:lvl1pPr>
          </a:lstStyle>
          <a:p>
            <a:pPr lvl="0"/>
            <a:r>
              <a:rPr lang="en-US"/>
              <a:t>Click to add a chart or table</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55932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1 Tall Image">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7" name="Title 1">
            <a:extLst>
              <a:ext uri="{FF2B5EF4-FFF2-40B4-BE49-F238E27FC236}">
                <a16:creationId xmlns:a16="http://schemas.microsoft.com/office/drawing/2014/main" id="{C1FDC804-E7FE-7C50-C943-67092224674F}"/>
              </a:ext>
            </a:extLst>
          </p:cNvPr>
          <p:cNvSpPr>
            <a:spLocks noGrp="1"/>
          </p:cNvSpPr>
          <p:nvPr>
            <p:ph type="title" hasCustomPrompt="1"/>
          </p:nvPr>
        </p:nvSpPr>
        <p:spPr>
          <a:xfrm>
            <a:off x="1588982" y="1088571"/>
            <a:ext cx="4507018" cy="2035865"/>
          </a:xfrm>
        </p:spPr>
        <p:txBody>
          <a:bodyPr vert="horz" lIns="91440" tIns="45720" rIns="91440" bIns="45720" rtlCol="0" anchor="b">
            <a:normAutofit/>
          </a:bodyPr>
          <a:lstStyle>
            <a:lvl1pPr>
              <a:defRPr lang="en-US"/>
            </a:lvl1pPr>
          </a:lstStyle>
          <a:p>
            <a:pPr lvl="0"/>
            <a:r>
              <a:rPr lang="en-US"/>
              <a:t>Click to edit master page title</a:t>
            </a:r>
          </a:p>
        </p:txBody>
      </p:sp>
      <p:sp>
        <p:nvSpPr>
          <p:cNvPr id="4" name="Content Placeholder 3">
            <a:extLst>
              <a:ext uri="{FF2B5EF4-FFF2-40B4-BE49-F238E27FC236}">
                <a16:creationId xmlns:a16="http://schemas.microsoft.com/office/drawing/2014/main" id="{93800667-0B00-7C89-1FA5-FF679669B42C}"/>
              </a:ext>
            </a:extLst>
          </p:cNvPr>
          <p:cNvSpPr>
            <a:spLocks noGrp="1"/>
          </p:cNvSpPr>
          <p:nvPr>
            <p:ph sz="half" idx="2" hasCustomPrompt="1"/>
          </p:nvPr>
        </p:nvSpPr>
        <p:spPr>
          <a:xfrm>
            <a:off x="1588982" y="3162581"/>
            <a:ext cx="4507018" cy="2428368"/>
          </a:xfrm>
        </p:spPr>
        <p:txBody>
          <a:bodyPr>
            <a:normAutofit/>
          </a:bodyPr>
          <a:lstStyle>
            <a:lvl1pPr marL="0" indent="0">
              <a:buClr>
                <a:schemeClr val="accent1"/>
              </a:buClr>
              <a:buNone/>
              <a:defRPr sz="2400"/>
            </a:lvl1pPr>
            <a:lvl2pPr marL="520700" indent="-228600">
              <a:buClr>
                <a:schemeClr val="accent1"/>
              </a:buClr>
              <a:buSzPct val="110000"/>
              <a:buFont typeface="Arial" panose="020B0604020202020204" pitchFamily="34" charset="0"/>
              <a:buChar char="•"/>
              <a:tabLst/>
              <a:defRPr sz="2000"/>
            </a:lvl2pPr>
            <a:lvl3pPr marL="914400" indent="0">
              <a:buNone/>
              <a:defRPr sz="1800"/>
            </a:lvl3pPr>
            <a:lvl4pPr marL="1371600" indent="0">
              <a:buNone/>
              <a:defRPr sz="1600"/>
            </a:lvl4pPr>
            <a:lvl5pPr marL="1828800" indent="0">
              <a:buNone/>
              <a:defRPr sz="1600"/>
            </a:lvl5pPr>
          </a:lstStyle>
          <a:p>
            <a:pPr lvl="0"/>
            <a:r>
              <a:rPr lang="en-US"/>
              <a:t>Click to edit first level copy</a:t>
            </a:r>
          </a:p>
          <a:p>
            <a:pPr lvl="1"/>
            <a:r>
              <a:rPr lang="en-US"/>
              <a:t>Second level copy</a:t>
            </a:r>
          </a:p>
        </p:txBody>
      </p:sp>
      <p:sp>
        <p:nvSpPr>
          <p:cNvPr id="5" name="Picture Placeholder 4">
            <a:extLst>
              <a:ext uri="{FF2B5EF4-FFF2-40B4-BE49-F238E27FC236}">
                <a16:creationId xmlns:a16="http://schemas.microsoft.com/office/drawing/2014/main" id="{D105C42B-C8C5-451C-A726-855DF2E48625}"/>
              </a:ext>
            </a:extLst>
          </p:cNvPr>
          <p:cNvSpPr>
            <a:spLocks noGrp="1"/>
          </p:cNvSpPr>
          <p:nvPr>
            <p:ph type="pic" sz="quarter" idx="14" hasCustomPrompt="1"/>
          </p:nvPr>
        </p:nvSpPr>
        <p:spPr>
          <a:xfrm>
            <a:off x="6292826" y="365126"/>
            <a:ext cx="4480151" cy="5683024"/>
          </a:xfrm>
        </p:spPr>
        <p:txBody>
          <a:bodyPr anchor="ctr">
            <a:normAutofit/>
          </a:bodyPr>
          <a:lstStyle>
            <a:lvl1pPr marL="0" indent="0" algn="ctr">
              <a:buNone/>
              <a:defRPr sz="1800">
                <a:solidFill>
                  <a:schemeClr val="bg1">
                    <a:lumMod val="50000"/>
                  </a:schemeClr>
                </a:solidFill>
              </a:defRPr>
            </a:lvl1pPr>
          </a:lstStyle>
          <a:p>
            <a:r>
              <a:rPr lang="en-US"/>
              <a:t>Click to add picture;</a:t>
            </a:r>
            <a:br>
              <a:rPr lang="en-US"/>
            </a:br>
            <a:r>
              <a:rPr lang="en-US"/>
              <a:t>send to back</a:t>
            </a:r>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367499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3 Images">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5" name="Title 1">
            <a:extLst>
              <a:ext uri="{FF2B5EF4-FFF2-40B4-BE49-F238E27FC236}">
                <a16:creationId xmlns:a16="http://schemas.microsoft.com/office/drawing/2014/main" id="{E79F3245-5C19-491B-A3C7-0953BE94EC53}"/>
              </a:ext>
            </a:extLst>
          </p:cNvPr>
          <p:cNvSpPr>
            <a:spLocks noGrp="1"/>
          </p:cNvSpPr>
          <p:nvPr>
            <p:ph type="title" hasCustomPrompt="1"/>
          </p:nvPr>
        </p:nvSpPr>
        <p:spPr>
          <a:xfrm>
            <a:off x="396872" y="1105116"/>
            <a:ext cx="4164242" cy="1950793"/>
          </a:xfrm>
        </p:spPr>
        <p:txBody>
          <a:bodyPr vert="horz" lIns="91440" tIns="45720" rIns="91440" bIns="45720" rtlCol="0" anchor="b">
            <a:normAutofit/>
          </a:bodyPr>
          <a:lstStyle>
            <a:lvl1pPr>
              <a:defRPr lang="en-US" dirty="0"/>
            </a:lvl1pPr>
          </a:lstStyle>
          <a:p>
            <a:pPr lvl="0"/>
            <a:r>
              <a:rPr lang="en-US"/>
              <a:t>Click to edit</a:t>
            </a:r>
            <a:br>
              <a:rPr lang="en-US"/>
            </a:br>
            <a:r>
              <a:rPr lang="en-US"/>
              <a:t>master page</a:t>
            </a:r>
          </a:p>
        </p:txBody>
      </p:sp>
      <p:sp>
        <p:nvSpPr>
          <p:cNvPr id="29" name="Content Placeholder 3">
            <a:extLst>
              <a:ext uri="{FF2B5EF4-FFF2-40B4-BE49-F238E27FC236}">
                <a16:creationId xmlns:a16="http://schemas.microsoft.com/office/drawing/2014/main" id="{E1ED6957-2F68-AC1E-7E2F-65AD6BFD944E}"/>
              </a:ext>
            </a:extLst>
          </p:cNvPr>
          <p:cNvSpPr>
            <a:spLocks noGrp="1"/>
          </p:cNvSpPr>
          <p:nvPr>
            <p:ph sz="half" idx="13" hasCustomPrompt="1"/>
          </p:nvPr>
        </p:nvSpPr>
        <p:spPr>
          <a:xfrm>
            <a:off x="407758" y="3055909"/>
            <a:ext cx="4164242" cy="2428368"/>
          </a:xfrm>
        </p:spPr>
        <p:txBody>
          <a:bodyPr>
            <a:normAutofit/>
          </a:bodyPr>
          <a:lstStyle>
            <a:lvl1pPr marL="0" indent="0">
              <a:buNone/>
              <a:defRPr sz="2400"/>
            </a:lvl1pPr>
            <a:lvl2pPr marL="466725" indent="-228600">
              <a:buClr>
                <a:srgbClr val="C00000"/>
              </a:buClr>
              <a:buSzPct val="110000"/>
              <a:buFont typeface="Arial" panose="020B0604020202020204" pitchFamily="34" charset="0"/>
              <a:buChar char="•"/>
              <a:tabLst/>
              <a:defRPr sz="2000"/>
            </a:lvl2pPr>
            <a:lvl3pPr marL="922338" indent="-228600">
              <a:buClr>
                <a:srgbClr val="C00000"/>
              </a:buClr>
              <a:buSzPct val="90000"/>
              <a:buFont typeface="Courier New" panose="02070309020205020404" pitchFamily="49" charset="0"/>
              <a:buChar char="o"/>
              <a:tabLst/>
              <a:defRPr sz="1800"/>
            </a:lvl3pPr>
            <a:lvl4pPr marL="1485900" indent="-227013">
              <a:buFont typeface="Arial" panose="020B0604020202020204" pitchFamily="34" charset="0"/>
              <a:buChar char="•"/>
              <a:tabLst/>
              <a:defRPr sz="1600"/>
            </a:lvl4pPr>
            <a:lvl5pPr marL="1828800" indent="0">
              <a:buNone/>
              <a:defRPr sz="1600"/>
            </a:lvl5pPr>
          </a:lstStyle>
          <a:p>
            <a:pPr lvl="0"/>
            <a:r>
              <a:rPr lang="en-US"/>
              <a:t>Click to edit first level copy</a:t>
            </a:r>
          </a:p>
          <a:p>
            <a:pPr lvl="1"/>
            <a:r>
              <a:rPr lang="en-US"/>
              <a:t>Second level copy </a:t>
            </a:r>
          </a:p>
          <a:p>
            <a:pPr lvl="2"/>
            <a:r>
              <a:rPr lang="en-US"/>
              <a:t>Third level copy</a:t>
            </a:r>
          </a:p>
          <a:p>
            <a:pPr lvl="3"/>
            <a:r>
              <a:rPr lang="en-US"/>
              <a:t>Fourth level</a:t>
            </a:r>
          </a:p>
        </p:txBody>
      </p:sp>
      <p:sp>
        <p:nvSpPr>
          <p:cNvPr id="5" name="Picture Placeholder 4">
            <a:extLst>
              <a:ext uri="{FF2B5EF4-FFF2-40B4-BE49-F238E27FC236}">
                <a16:creationId xmlns:a16="http://schemas.microsoft.com/office/drawing/2014/main" id="{D105C42B-C8C5-451C-A726-855DF2E48625}"/>
              </a:ext>
            </a:extLst>
          </p:cNvPr>
          <p:cNvSpPr>
            <a:spLocks noGrp="1"/>
          </p:cNvSpPr>
          <p:nvPr>
            <p:ph type="pic" sz="quarter" idx="14"/>
          </p:nvPr>
        </p:nvSpPr>
        <p:spPr>
          <a:xfrm>
            <a:off x="4839788" y="351320"/>
            <a:ext cx="6955340" cy="2903509"/>
          </a:xfrm>
        </p:spPr>
        <p:txBody>
          <a:bodyPr/>
          <a:lstStyle/>
          <a:p>
            <a:endParaRPr lang="en-US"/>
          </a:p>
        </p:txBody>
      </p:sp>
      <p:sp>
        <p:nvSpPr>
          <p:cNvPr id="10" name="Picture Placeholder 4">
            <a:extLst>
              <a:ext uri="{FF2B5EF4-FFF2-40B4-BE49-F238E27FC236}">
                <a16:creationId xmlns:a16="http://schemas.microsoft.com/office/drawing/2014/main" id="{6F2A46D0-0103-4ABC-91D6-429E06561590}"/>
              </a:ext>
            </a:extLst>
          </p:cNvPr>
          <p:cNvSpPr>
            <a:spLocks noGrp="1"/>
          </p:cNvSpPr>
          <p:nvPr>
            <p:ph type="pic" sz="quarter" idx="15"/>
          </p:nvPr>
        </p:nvSpPr>
        <p:spPr>
          <a:xfrm>
            <a:off x="4839787" y="3407229"/>
            <a:ext cx="3339392" cy="2648784"/>
          </a:xfrm>
        </p:spPr>
        <p:txBody>
          <a:bodyPr/>
          <a:lstStyle/>
          <a:p>
            <a:endParaRPr lang="en-US"/>
          </a:p>
        </p:txBody>
      </p:sp>
      <p:sp>
        <p:nvSpPr>
          <p:cNvPr id="11" name="Picture Placeholder 4">
            <a:extLst>
              <a:ext uri="{FF2B5EF4-FFF2-40B4-BE49-F238E27FC236}">
                <a16:creationId xmlns:a16="http://schemas.microsoft.com/office/drawing/2014/main" id="{BFAFE350-DAC2-4FA1-8058-2BB689DE6DEA}"/>
              </a:ext>
            </a:extLst>
          </p:cNvPr>
          <p:cNvSpPr>
            <a:spLocks noGrp="1"/>
          </p:cNvSpPr>
          <p:nvPr>
            <p:ph type="pic" sz="quarter" idx="16"/>
          </p:nvPr>
        </p:nvSpPr>
        <p:spPr>
          <a:xfrm>
            <a:off x="8346564" y="3418114"/>
            <a:ext cx="3448563" cy="2637900"/>
          </a:xfrm>
        </p:spPr>
        <p:txBody>
          <a:bodyPr/>
          <a:lstStyle/>
          <a:p>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589743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4 Images">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
        <p:nvSpPr>
          <p:cNvPr id="14" name="Title 1">
            <a:extLst>
              <a:ext uri="{FF2B5EF4-FFF2-40B4-BE49-F238E27FC236}">
                <a16:creationId xmlns:a16="http://schemas.microsoft.com/office/drawing/2014/main" id="{B06323A5-7CBF-8649-525A-F19330DD1383}"/>
              </a:ext>
            </a:extLst>
          </p:cNvPr>
          <p:cNvSpPr>
            <a:spLocks noGrp="1"/>
          </p:cNvSpPr>
          <p:nvPr>
            <p:ph type="title" hasCustomPrompt="1"/>
          </p:nvPr>
        </p:nvSpPr>
        <p:spPr>
          <a:xfrm>
            <a:off x="396872" y="1105116"/>
            <a:ext cx="4164242" cy="1950793"/>
          </a:xfrm>
        </p:spPr>
        <p:txBody>
          <a:bodyPr vert="horz" lIns="91440" tIns="45720" rIns="91440" bIns="45720" rtlCol="0" anchor="b">
            <a:normAutofit/>
          </a:bodyPr>
          <a:lstStyle>
            <a:lvl1pPr>
              <a:defRPr lang="en-US" dirty="0"/>
            </a:lvl1pPr>
          </a:lstStyle>
          <a:p>
            <a:pPr lvl="0"/>
            <a:r>
              <a:rPr lang="en-US"/>
              <a:t>Click to edit</a:t>
            </a:r>
            <a:br>
              <a:rPr lang="en-US"/>
            </a:br>
            <a:r>
              <a:rPr lang="en-US"/>
              <a:t>master page</a:t>
            </a:r>
          </a:p>
        </p:txBody>
      </p:sp>
      <p:sp>
        <p:nvSpPr>
          <p:cNvPr id="16" name="Content Placeholder 3">
            <a:extLst>
              <a:ext uri="{FF2B5EF4-FFF2-40B4-BE49-F238E27FC236}">
                <a16:creationId xmlns:a16="http://schemas.microsoft.com/office/drawing/2014/main" id="{40A089E6-0B67-BC9B-0FB9-8827CB3BD7B5}"/>
              </a:ext>
            </a:extLst>
          </p:cNvPr>
          <p:cNvSpPr>
            <a:spLocks noGrp="1"/>
          </p:cNvSpPr>
          <p:nvPr>
            <p:ph sz="half" idx="13" hasCustomPrompt="1"/>
          </p:nvPr>
        </p:nvSpPr>
        <p:spPr>
          <a:xfrm>
            <a:off x="407758" y="3055909"/>
            <a:ext cx="4164242" cy="2428368"/>
          </a:xfrm>
        </p:spPr>
        <p:txBody>
          <a:bodyPr>
            <a:normAutofit/>
          </a:bodyPr>
          <a:lstStyle>
            <a:lvl1pPr marL="0" indent="0">
              <a:buNone/>
              <a:defRPr sz="2400">
                <a:solidFill>
                  <a:schemeClr val="tx1"/>
                </a:solidFill>
              </a:defRPr>
            </a:lvl1pPr>
            <a:lvl2pPr marL="466725" indent="-228600">
              <a:buClr>
                <a:srgbClr val="C00000"/>
              </a:buClr>
              <a:buSzPct val="110000"/>
              <a:buFont typeface="Arial" panose="020B0604020202020204" pitchFamily="34" charset="0"/>
              <a:buChar char="•"/>
              <a:tabLst/>
              <a:defRPr sz="2000">
                <a:solidFill>
                  <a:schemeClr val="tx1"/>
                </a:solidFill>
              </a:defRPr>
            </a:lvl2pPr>
            <a:lvl3pPr marL="922338" indent="-228600">
              <a:buClr>
                <a:srgbClr val="C00000"/>
              </a:buClr>
              <a:buSzPct val="90000"/>
              <a:buFont typeface="Courier New" panose="02070309020205020404" pitchFamily="49" charset="0"/>
              <a:buChar char="o"/>
              <a:tabLst/>
              <a:defRPr sz="1800">
                <a:solidFill>
                  <a:schemeClr val="tx1"/>
                </a:solidFill>
              </a:defRPr>
            </a:lvl3pPr>
            <a:lvl4pPr marL="1485900" indent="-227013">
              <a:buFont typeface="Arial" panose="020B0604020202020204" pitchFamily="34" charset="0"/>
              <a:buChar char="•"/>
              <a:tabLst/>
              <a:defRPr sz="1600">
                <a:solidFill>
                  <a:schemeClr val="tx1"/>
                </a:solidFill>
              </a:defRPr>
            </a:lvl4pPr>
            <a:lvl5pPr marL="1828800" indent="0">
              <a:buNone/>
              <a:defRPr sz="1600"/>
            </a:lvl5pPr>
          </a:lstStyle>
          <a:p>
            <a:pPr lvl="0"/>
            <a:r>
              <a:rPr lang="en-US"/>
              <a:t>Click to edit first level copy</a:t>
            </a:r>
          </a:p>
          <a:p>
            <a:pPr lvl="1"/>
            <a:r>
              <a:rPr lang="en-US"/>
              <a:t>Second level copy </a:t>
            </a:r>
          </a:p>
          <a:p>
            <a:pPr lvl="2"/>
            <a:r>
              <a:rPr lang="en-US"/>
              <a:t>Third level copy</a:t>
            </a:r>
          </a:p>
          <a:p>
            <a:pPr lvl="3"/>
            <a:r>
              <a:rPr lang="en-US"/>
              <a:t>Fourth level</a:t>
            </a:r>
          </a:p>
        </p:txBody>
      </p:sp>
      <p:sp>
        <p:nvSpPr>
          <p:cNvPr id="3" name="Picture Placeholder 4">
            <a:extLst>
              <a:ext uri="{FF2B5EF4-FFF2-40B4-BE49-F238E27FC236}">
                <a16:creationId xmlns:a16="http://schemas.microsoft.com/office/drawing/2014/main" id="{7B8D5EF3-729C-8199-B5B3-5F9FD2BE26A0}"/>
              </a:ext>
            </a:extLst>
          </p:cNvPr>
          <p:cNvSpPr>
            <a:spLocks noGrp="1"/>
          </p:cNvSpPr>
          <p:nvPr>
            <p:ph type="pic" sz="quarter" idx="18"/>
          </p:nvPr>
        </p:nvSpPr>
        <p:spPr>
          <a:xfrm>
            <a:off x="4865914" y="405748"/>
            <a:ext cx="2150384" cy="2648784"/>
          </a:xfrm>
        </p:spPr>
        <p:txBody>
          <a:bodyPr/>
          <a:lstStyle/>
          <a:p>
            <a:endParaRPr lang="en-US"/>
          </a:p>
        </p:txBody>
      </p:sp>
      <p:sp>
        <p:nvSpPr>
          <p:cNvPr id="4" name="Picture Placeholder 4">
            <a:extLst>
              <a:ext uri="{FF2B5EF4-FFF2-40B4-BE49-F238E27FC236}">
                <a16:creationId xmlns:a16="http://schemas.microsoft.com/office/drawing/2014/main" id="{7E1D1186-C60B-C6DF-548F-B1A3544F867E}"/>
              </a:ext>
            </a:extLst>
          </p:cNvPr>
          <p:cNvSpPr>
            <a:spLocks noGrp="1"/>
          </p:cNvSpPr>
          <p:nvPr>
            <p:ph type="pic" sz="quarter" idx="19"/>
          </p:nvPr>
        </p:nvSpPr>
        <p:spPr>
          <a:xfrm>
            <a:off x="7185027" y="416633"/>
            <a:ext cx="2220685" cy="2637900"/>
          </a:xfrm>
        </p:spPr>
        <p:txBody>
          <a:bodyPr/>
          <a:lstStyle/>
          <a:p>
            <a:endParaRPr lang="en-US"/>
          </a:p>
        </p:txBody>
      </p:sp>
      <p:sp>
        <p:nvSpPr>
          <p:cNvPr id="6" name="Picture Placeholder 4">
            <a:extLst>
              <a:ext uri="{FF2B5EF4-FFF2-40B4-BE49-F238E27FC236}">
                <a16:creationId xmlns:a16="http://schemas.microsoft.com/office/drawing/2014/main" id="{C18A1EA7-F689-AE68-2084-689B3C45D765}"/>
              </a:ext>
            </a:extLst>
          </p:cNvPr>
          <p:cNvSpPr>
            <a:spLocks noGrp="1"/>
          </p:cNvSpPr>
          <p:nvPr>
            <p:ph type="pic" sz="quarter" idx="20"/>
          </p:nvPr>
        </p:nvSpPr>
        <p:spPr>
          <a:xfrm>
            <a:off x="9574442" y="416633"/>
            <a:ext cx="2220685" cy="2637900"/>
          </a:xfrm>
        </p:spPr>
        <p:txBody>
          <a:bodyPr/>
          <a:lstStyle/>
          <a:p>
            <a:endParaRPr lang="en-US"/>
          </a:p>
        </p:txBody>
      </p:sp>
      <p:sp>
        <p:nvSpPr>
          <p:cNvPr id="2" name="Picture Placeholder 4">
            <a:extLst>
              <a:ext uri="{FF2B5EF4-FFF2-40B4-BE49-F238E27FC236}">
                <a16:creationId xmlns:a16="http://schemas.microsoft.com/office/drawing/2014/main" id="{554D914E-44E0-C1AE-14D4-843C09829A27}"/>
              </a:ext>
            </a:extLst>
          </p:cNvPr>
          <p:cNvSpPr>
            <a:spLocks noGrp="1"/>
          </p:cNvSpPr>
          <p:nvPr>
            <p:ph type="pic" sz="quarter" idx="17"/>
          </p:nvPr>
        </p:nvSpPr>
        <p:spPr>
          <a:xfrm>
            <a:off x="4865914" y="3206932"/>
            <a:ext cx="6940099" cy="2925281"/>
          </a:xfrm>
        </p:spPr>
        <p:txBody>
          <a:bodyPr/>
          <a:lstStyle/>
          <a:p>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73156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 7 Images">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05C42B-C8C5-451C-A726-855DF2E48625}"/>
              </a:ext>
            </a:extLst>
          </p:cNvPr>
          <p:cNvSpPr>
            <a:spLocks noGrp="1"/>
          </p:cNvSpPr>
          <p:nvPr>
            <p:ph type="pic" sz="quarter" idx="14"/>
          </p:nvPr>
        </p:nvSpPr>
        <p:spPr>
          <a:xfrm>
            <a:off x="396873" y="427519"/>
            <a:ext cx="4469041" cy="2961495"/>
          </a:xfrm>
        </p:spPr>
        <p:txBody>
          <a:bodyPr/>
          <a:lstStyle/>
          <a:p>
            <a:endParaRPr lang="en-US"/>
          </a:p>
        </p:txBody>
      </p:sp>
      <p:sp>
        <p:nvSpPr>
          <p:cNvPr id="10" name="Picture Placeholder 4">
            <a:extLst>
              <a:ext uri="{FF2B5EF4-FFF2-40B4-BE49-F238E27FC236}">
                <a16:creationId xmlns:a16="http://schemas.microsoft.com/office/drawing/2014/main" id="{6F2A46D0-0103-4ABC-91D6-429E06561590}"/>
              </a:ext>
            </a:extLst>
          </p:cNvPr>
          <p:cNvSpPr>
            <a:spLocks noGrp="1"/>
          </p:cNvSpPr>
          <p:nvPr>
            <p:ph type="pic" sz="quarter" idx="15"/>
          </p:nvPr>
        </p:nvSpPr>
        <p:spPr>
          <a:xfrm>
            <a:off x="396873" y="3483429"/>
            <a:ext cx="2150384" cy="2648784"/>
          </a:xfrm>
        </p:spPr>
        <p:txBody>
          <a:bodyPr/>
          <a:lstStyle/>
          <a:p>
            <a:endParaRPr lang="en-US"/>
          </a:p>
        </p:txBody>
      </p:sp>
      <p:sp>
        <p:nvSpPr>
          <p:cNvPr id="11" name="Picture Placeholder 4">
            <a:extLst>
              <a:ext uri="{FF2B5EF4-FFF2-40B4-BE49-F238E27FC236}">
                <a16:creationId xmlns:a16="http://schemas.microsoft.com/office/drawing/2014/main" id="{BFAFE350-DAC2-4FA1-8058-2BB689DE6DEA}"/>
              </a:ext>
            </a:extLst>
          </p:cNvPr>
          <p:cNvSpPr>
            <a:spLocks noGrp="1"/>
          </p:cNvSpPr>
          <p:nvPr>
            <p:ph type="pic" sz="quarter" idx="16"/>
          </p:nvPr>
        </p:nvSpPr>
        <p:spPr>
          <a:xfrm>
            <a:off x="2645229" y="3494314"/>
            <a:ext cx="2220685" cy="2637900"/>
          </a:xfrm>
        </p:spPr>
        <p:txBody>
          <a:bodyPr/>
          <a:lstStyle/>
          <a:p>
            <a:endParaRPr lang="en-US"/>
          </a:p>
        </p:txBody>
      </p:sp>
      <p:sp>
        <p:nvSpPr>
          <p:cNvPr id="2" name="Picture Placeholder 4">
            <a:extLst>
              <a:ext uri="{FF2B5EF4-FFF2-40B4-BE49-F238E27FC236}">
                <a16:creationId xmlns:a16="http://schemas.microsoft.com/office/drawing/2014/main" id="{554D914E-44E0-C1AE-14D4-843C09829A27}"/>
              </a:ext>
            </a:extLst>
          </p:cNvPr>
          <p:cNvSpPr>
            <a:spLocks noGrp="1"/>
          </p:cNvSpPr>
          <p:nvPr>
            <p:ph type="pic" sz="quarter" idx="17"/>
          </p:nvPr>
        </p:nvSpPr>
        <p:spPr>
          <a:xfrm>
            <a:off x="4968240" y="3170718"/>
            <a:ext cx="6785521" cy="2961495"/>
          </a:xfrm>
        </p:spPr>
        <p:txBody>
          <a:bodyPr/>
          <a:lstStyle/>
          <a:p>
            <a:endParaRPr lang="en-US"/>
          </a:p>
        </p:txBody>
      </p:sp>
      <p:sp>
        <p:nvSpPr>
          <p:cNvPr id="3" name="Picture Placeholder 4">
            <a:extLst>
              <a:ext uri="{FF2B5EF4-FFF2-40B4-BE49-F238E27FC236}">
                <a16:creationId xmlns:a16="http://schemas.microsoft.com/office/drawing/2014/main" id="{7B8D5EF3-729C-8199-B5B3-5F9FD2BE26A0}"/>
              </a:ext>
            </a:extLst>
          </p:cNvPr>
          <p:cNvSpPr>
            <a:spLocks noGrp="1"/>
          </p:cNvSpPr>
          <p:nvPr>
            <p:ph type="pic" sz="quarter" idx="18"/>
          </p:nvPr>
        </p:nvSpPr>
        <p:spPr>
          <a:xfrm>
            <a:off x="4968240" y="436228"/>
            <a:ext cx="2150384" cy="2648784"/>
          </a:xfrm>
        </p:spPr>
        <p:txBody>
          <a:bodyPr/>
          <a:lstStyle/>
          <a:p>
            <a:endParaRPr lang="en-US"/>
          </a:p>
        </p:txBody>
      </p:sp>
      <p:sp>
        <p:nvSpPr>
          <p:cNvPr id="4" name="Picture Placeholder 4">
            <a:extLst>
              <a:ext uri="{FF2B5EF4-FFF2-40B4-BE49-F238E27FC236}">
                <a16:creationId xmlns:a16="http://schemas.microsoft.com/office/drawing/2014/main" id="{7E1D1186-C60B-C6DF-548F-B1A3544F867E}"/>
              </a:ext>
            </a:extLst>
          </p:cNvPr>
          <p:cNvSpPr>
            <a:spLocks noGrp="1"/>
          </p:cNvSpPr>
          <p:nvPr>
            <p:ph type="pic" sz="quarter" idx="19"/>
          </p:nvPr>
        </p:nvSpPr>
        <p:spPr>
          <a:xfrm>
            <a:off x="7216596" y="447113"/>
            <a:ext cx="2220685" cy="2637900"/>
          </a:xfrm>
        </p:spPr>
        <p:txBody>
          <a:bodyPr/>
          <a:lstStyle/>
          <a:p>
            <a:endParaRPr lang="en-US"/>
          </a:p>
        </p:txBody>
      </p:sp>
      <p:sp>
        <p:nvSpPr>
          <p:cNvPr id="6" name="Picture Placeholder 4">
            <a:extLst>
              <a:ext uri="{FF2B5EF4-FFF2-40B4-BE49-F238E27FC236}">
                <a16:creationId xmlns:a16="http://schemas.microsoft.com/office/drawing/2014/main" id="{C18A1EA7-F689-AE68-2084-689B3C45D765}"/>
              </a:ext>
            </a:extLst>
          </p:cNvPr>
          <p:cNvSpPr>
            <a:spLocks noGrp="1"/>
          </p:cNvSpPr>
          <p:nvPr>
            <p:ph type="pic" sz="quarter" idx="20"/>
          </p:nvPr>
        </p:nvSpPr>
        <p:spPr>
          <a:xfrm>
            <a:off x="9533076" y="447113"/>
            <a:ext cx="2220685" cy="2637900"/>
          </a:xfrm>
        </p:spPr>
        <p:txBody>
          <a:bodyPr/>
          <a:lstStyle/>
          <a:p>
            <a:endParaRPr lang="en-US"/>
          </a:p>
        </p:txBody>
      </p:sp>
      <p:sp>
        <p:nvSpPr>
          <p:cNvPr id="8" name="Footer Placeholder 7">
            <a:extLst>
              <a:ext uri="{FF2B5EF4-FFF2-40B4-BE49-F238E27FC236}">
                <a16:creationId xmlns:a16="http://schemas.microsoft.com/office/drawing/2014/main" id="{B0642A6F-A411-470F-BD04-ADA91E6F65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785E62-F2BF-47B7-BB10-92F9FFA0FB5A}"/>
              </a:ext>
            </a:extLst>
          </p:cNvPr>
          <p:cNvSpPr>
            <a:spLocks noGrp="1"/>
          </p:cNvSpPr>
          <p:nvPr>
            <p:ph type="sldNum" sz="quarter" idx="12"/>
          </p:nvPr>
        </p:nvSpPr>
        <p:spPr/>
        <p:txBody>
          <a:bodyPr/>
          <a:lstStyle/>
          <a:p>
            <a:fld id="{DFA4CD3D-26C8-47FF-8D13-9B32BAAB4735}" type="slidenum">
              <a:rPr lang="en-US" smtClean="0"/>
              <a:t>‹#›</a:t>
            </a:fld>
            <a:endParaRPr lang="en-US"/>
          </a:p>
        </p:txBody>
      </p:sp>
    </p:spTree>
    <p:extLst>
      <p:ext uri="{BB962C8B-B14F-4D97-AF65-F5344CB8AC3E}">
        <p14:creationId xmlns:p14="http://schemas.microsoft.com/office/powerpoint/2010/main" val="323686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93F5652-5F8D-4F3B-BE45-6F2FE0F564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FDEF2A-FDC4-461B-A64A-242E9A04A071}"/>
              </a:ext>
            </a:extLst>
          </p:cNvPr>
          <p:cNvSpPr>
            <a:spLocks noGrp="1"/>
          </p:cNvSpPr>
          <p:nvPr>
            <p:ph type="sldNum" sz="quarter" idx="12"/>
          </p:nvPr>
        </p:nvSpPr>
        <p:spPr/>
        <p:txBody>
          <a:bodyPr/>
          <a:lstStyle/>
          <a:p>
            <a:fld id="{DFA4CD3D-26C8-47FF-8D13-9B32BAAB4735}" type="slidenum">
              <a:rPr lang="en-US" smtClean="0"/>
              <a:t>‹#›</a:t>
            </a:fld>
            <a:endParaRPr lang="en-US"/>
          </a:p>
        </p:txBody>
      </p:sp>
    </p:spTree>
    <p:extLst>
      <p:ext uri="{BB962C8B-B14F-4D97-AF65-F5344CB8AC3E}">
        <p14:creationId xmlns:p14="http://schemas.microsoft.com/office/powerpoint/2010/main" val="229764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88F603-DAEE-420E-95E6-F502567586B3}"/>
              </a:ext>
            </a:extLst>
          </p:cNvPr>
          <p:cNvSpPr>
            <a:spLocks noGrp="1"/>
          </p:cNvSpPr>
          <p:nvPr>
            <p:ph type="sldNum" sz="quarter" idx="4"/>
          </p:nvPr>
        </p:nvSpPr>
        <p:spPr>
          <a:xfrm>
            <a:off x="11297749" y="6304801"/>
            <a:ext cx="497378" cy="365125"/>
          </a:xfrm>
          <a:prstGeom prst="rect">
            <a:avLst/>
          </a:prstGeom>
        </p:spPr>
        <p:txBody>
          <a:bodyPr vert="horz" lIns="91440" tIns="45720" rIns="91440" bIns="45720" rtlCol="0" anchor="ctr"/>
          <a:lstStyle>
            <a:lvl1pPr algn="r">
              <a:defRPr sz="1000" b="0" i="0">
                <a:solidFill>
                  <a:schemeClr val="tx1"/>
                </a:solidFill>
                <a:latin typeface="Buckeye Sans 2" pitchFamily="2" charset="77"/>
              </a:defRPr>
            </a:lvl1pPr>
          </a:lstStyle>
          <a:p>
            <a:fld id="{DFA4CD3D-26C8-47FF-8D13-9B32BAAB4735}" type="slidenum">
              <a:rPr lang="en-US" smtClean="0"/>
              <a:pPr/>
              <a:t>‹#›</a:t>
            </a:fld>
            <a:endParaRPr lang="en-US"/>
          </a:p>
        </p:txBody>
      </p:sp>
      <p:sp>
        <p:nvSpPr>
          <p:cNvPr id="2" name="Title Placeholder 1">
            <a:extLst>
              <a:ext uri="{FF2B5EF4-FFF2-40B4-BE49-F238E27FC236}">
                <a16:creationId xmlns:a16="http://schemas.microsoft.com/office/drawing/2014/main" id="{1FBEA513-5076-4D62-8F85-69A918D7EFA4}"/>
              </a:ext>
            </a:extLst>
          </p:cNvPr>
          <p:cNvSpPr>
            <a:spLocks noGrp="1"/>
          </p:cNvSpPr>
          <p:nvPr>
            <p:ph type="title"/>
          </p:nvPr>
        </p:nvSpPr>
        <p:spPr>
          <a:xfrm>
            <a:off x="407759" y="365125"/>
            <a:ext cx="11387368" cy="1325563"/>
          </a:xfrm>
          <a:prstGeom prst="rect">
            <a:avLst/>
          </a:prstGeom>
        </p:spPr>
        <p:txBody>
          <a:bodyPr vert="horz" lIns="91440" tIns="45720" rIns="91440" bIns="45720" rtlCol="0" anchor="t">
            <a:normAutofit/>
          </a:bodyPr>
          <a:lstStyle/>
          <a:p>
            <a:r>
              <a:rPr lang="en-US"/>
              <a:t>Click to edit master page title</a:t>
            </a:r>
          </a:p>
        </p:txBody>
      </p:sp>
      <p:sp>
        <p:nvSpPr>
          <p:cNvPr id="3" name="Text Placeholder 2">
            <a:extLst>
              <a:ext uri="{FF2B5EF4-FFF2-40B4-BE49-F238E27FC236}">
                <a16:creationId xmlns:a16="http://schemas.microsoft.com/office/drawing/2014/main" id="{BB1855A3-A75E-4A34-A5A1-1B324FA10EF0}"/>
              </a:ext>
            </a:extLst>
          </p:cNvPr>
          <p:cNvSpPr>
            <a:spLocks noGrp="1"/>
          </p:cNvSpPr>
          <p:nvPr>
            <p:ph type="body" idx="1"/>
          </p:nvPr>
        </p:nvSpPr>
        <p:spPr>
          <a:xfrm>
            <a:off x="396873" y="1825625"/>
            <a:ext cx="11387368" cy="4351338"/>
          </a:xfrm>
          <a:prstGeom prst="rect">
            <a:avLst/>
          </a:prstGeom>
        </p:spPr>
        <p:txBody>
          <a:bodyPr vert="horz" lIns="91440" tIns="45720" rIns="91440" bIns="45720" rtlCol="0">
            <a:normAutofit/>
          </a:bodyPr>
          <a:lstStyle/>
          <a:p>
            <a:pPr lvl="0"/>
            <a:r>
              <a:rPr lang="en-US"/>
              <a:t>Click to edit master first level copy</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A5A501DD-FBD8-4A19-BD71-AB3CFFDE4DF5}"/>
              </a:ext>
            </a:extLst>
          </p:cNvPr>
          <p:cNvSpPr>
            <a:spLocks noGrp="1"/>
          </p:cNvSpPr>
          <p:nvPr>
            <p:ph type="ftr" sz="quarter" idx="3"/>
          </p:nvPr>
        </p:nvSpPr>
        <p:spPr>
          <a:xfrm>
            <a:off x="4506686" y="6296411"/>
            <a:ext cx="6663152" cy="341657"/>
          </a:xfrm>
          <a:prstGeom prst="rect">
            <a:avLst/>
          </a:prstGeom>
        </p:spPr>
        <p:txBody>
          <a:bodyPr vert="horz" lIns="91440" tIns="45720" rIns="91440" bIns="45720" rtlCol="0" anchor="ctr"/>
          <a:lstStyle>
            <a:lvl1pPr algn="r">
              <a:defRPr sz="1000" b="0" i="0">
                <a:solidFill>
                  <a:schemeClr val="tx1"/>
                </a:solidFill>
                <a:latin typeface="Buckeye Sans 2" pitchFamily="2" charset="77"/>
              </a:defRPr>
            </a:lvl1pPr>
          </a:lstStyle>
          <a:p>
            <a:endParaRPr lang="en-US"/>
          </a:p>
        </p:txBody>
      </p:sp>
      <p:pic>
        <p:nvPicPr>
          <p:cNvPr id="8" name="Picture 7" descr="A black and white sign with white text&#10;&#10;Description automatically generated">
            <a:extLst>
              <a:ext uri="{FF2B5EF4-FFF2-40B4-BE49-F238E27FC236}">
                <a16:creationId xmlns:a16="http://schemas.microsoft.com/office/drawing/2014/main" id="{DCBAA86C-544C-B7F0-7021-F7CE0A4CB05B}"/>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396873" y="6342148"/>
            <a:ext cx="2294447" cy="327778"/>
          </a:xfrm>
          <a:prstGeom prst="rect">
            <a:avLst/>
          </a:prstGeom>
        </p:spPr>
      </p:pic>
    </p:spTree>
    <p:extLst>
      <p:ext uri="{BB962C8B-B14F-4D97-AF65-F5344CB8AC3E}">
        <p14:creationId xmlns:p14="http://schemas.microsoft.com/office/powerpoint/2010/main" val="3392148579"/>
      </p:ext>
    </p:extLst>
  </p:cSld>
  <p:clrMap bg1="lt1" tx1="dk1" bg2="lt2" tx2="dk2" accent1="accent1" accent2="accent2" accent3="accent3" accent4="accent4" accent5="accent5" accent6="accent6" hlink="hlink" folHlink="folHlink"/>
  <p:sldLayoutIdLst>
    <p:sldLayoutId id="2147483649" r:id="rId1"/>
    <p:sldLayoutId id="2147483700" r:id="rId2"/>
    <p:sldLayoutId id="2147483697" r:id="rId3"/>
    <p:sldLayoutId id="2147483658" r:id="rId4"/>
    <p:sldLayoutId id="2147483702" r:id="rId5"/>
    <p:sldLayoutId id="2147483703" r:id="rId6"/>
    <p:sldLayoutId id="2147483650" r:id="rId7"/>
    <p:sldLayoutId id="2147483676" r:id="rId8"/>
    <p:sldLayoutId id="2147483679" r:id="rId9"/>
    <p:sldLayoutId id="2147483701" r:id="rId10"/>
    <p:sldLayoutId id="2147483678" r:id="rId11"/>
    <p:sldLayoutId id="2147483682" r:id="rId12"/>
    <p:sldLayoutId id="2147483698" r:id="rId13"/>
    <p:sldLayoutId id="2147483695" r:id="rId14"/>
    <p:sldLayoutId id="2147483694" r:id="rId15"/>
    <p:sldLayoutId id="2147483662" r:id="rId16"/>
    <p:sldLayoutId id="2147483663" r:id="rId17"/>
    <p:sldLayoutId id="2147483665" r:id="rId18"/>
    <p:sldLayoutId id="2147483696" r:id="rId19"/>
    <p:sldLayoutId id="2147483699" r:id="rId20"/>
    <p:sldLayoutId id="2147483655" r:id="rId21"/>
  </p:sldLayoutIdLst>
  <p:hf hdr="0" dt="0"/>
  <p:txStyles>
    <p:titleStyle>
      <a:lvl1pPr algn="l" defTabSz="914400" rtl="0" eaLnBrk="1" latinLnBrk="0" hangingPunct="1">
        <a:lnSpc>
          <a:spcPct val="90000"/>
        </a:lnSpc>
        <a:spcBef>
          <a:spcPct val="0"/>
        </a:spcBef>
        <a:buNone/>
        <a:defRPr sz="4400" b="1" i="0" kern="1200">
          <a:solidFill>
            <a:schemeClr val="accent1"/>
          </a:solidFill>
          <a:latin typeface="Buckeye Serif 2 Black" pitchFamily="2" charset="77"/>
          <a:ea typeface="Buckeye Serif 2 Black" pitchFamily="2" charset="77"/>
          <a:cs typeface="+mj-cs"/>
        </a:defRPr>
      </a:lvl1pPr>
    </p:titleStyle>
    <p:body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chemeClr val="accent1"/>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chemeClr val="accent1"/>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go.osu.edu/python_mastering_basics_ai"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s://en.wikipedia.org/wiki/List_of_Rock_and_Roll_Hall_of_Fame_inductees" TargetMode="External"/><Relationship Id="rId1"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hyperlink" Target="https://en.wikipedia.org/wiki/Wikipedia:Text_of_the_Creative_Commons_Attribution-ShareAlike_4.0_International_License" TargetMode="Externa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hyperlink" Target="https://en.wikipedia.org/wiki/List_of_states_and_territories_of_the_United_States" TargetMode="Externa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hyperlink" Target="https://en.wikipedia.org/wiki/List_of_Rock_and_Roll_Hall_of_Fame_inductees" TargetMode="Externa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a:extLst>
              <a:ext uri="{FF2B5EF4-FFF2-40B4-BE49-F238E27FC236}">
                <a16:creationId xmlns:a16="http://schemas.microsoft.com/office/drawing/2014/main" id="{BA94DC4F-FBD7-903D-0759-42B428553B79}"/>
              </a:ext>
            </a:extLst>
          </p:cNvPr>
          <p:cNvSpPr>
            <a:spLocks noGrp="1"/>
          </p:cNvSpPr>
          <p:nvPr>
            <p:ph type="sldNum" sz="quarter" idx="12"/>
          </p:nvPr>
        </p:nvSpPr>
        <p:spPr>
          <a:xfrm>
            <a:off x="11297749" y="6304801"/>
            <a:ext cx="497378" cy="365125"/>
          </a:xfrm>
        </p:spPr>
        <p:txBody>
          <a:bodyPr anchor="ctr">
            <a:normAutofit/>
          </a:bodyPr>
          <a:lstStyle/>
          <a:p>
            <a:pPr>
              <a:spcAft>
                <a:spcPts val="600"/>
              </a:spcAft>
            </a:pPr>
            <a:fld id="{DFA4CD3D-26C8-47FF-8D13-9B32BAAB4735}" type="slidenum">
              <a:rPr lang="en-US" smtClean="0"/>
              <a:pPr>
                <a:spcAft>
                  <a:spcPts val="600"/>
                </a:spcAft>
              </a:pPr>
              <a:t>1</a:t>
            </a:fld>
            <a:endParaRPr lang="en-US"/>
          </a:p>
        </p:txBody>
      </p:sp>
      <p:sp>
        <p:nvSpPr>
          <p:cNvPr id="7" name="Title 6">
            <a:extLst>
              <a:ext uri="{FF2B5EF4-FFF2-40B4-BE49-F238E27FC236}">
                <a16:creationId xmlns:a16="http://schemas.microsoft.com/office/drawing/2014/main" id="{D72A114C-5A22-783E-C2BD-3A75683B6E5B}"/>
              </a:ext>
            </a:extLst>
          </p:cNvPr>
          <p:cNvSpPr>
            <a:spLocks noGrp="1"/>
          </p:cNvSpPr>
          <p:nvPr>
            <p:ph type="title"/>
          </p:nvPr>
        </p:nvSpPr>
        <p:spPr>
          <a:xfrm>
            <a:off x="396874" y="1214845"/>
            <a:ext cx="4175126" cy="2057636"/>
          </a:xfrm>
        </p:spPr>
        <p:txBody>
          <a:bodyPr anchor="b">
            <a:normAutofit fontScale="90000"/>
          </a:bodyPr>
          <a:lstStyle/>
          <a:p>
            <a:r>
              <a:rPr lang="en-US" sz="3700"/>
              <a:t>Welcome to</a:t>
            </a:r>
            <a:br>
              <a:rPr lang="en-US" sz="3700"/>
            </a:br>
            <a:r>
              <a:rPr lang="en-US" sz="3700"/>
              <a:t> Python</a:t>
            </a:r>
            <a:r>
              <a:rPr lang="en-US" sz="3700" b="0"/>
              <a:t>—Mastering the Basics with AI</a:t>
            </a:r>
            <a:endParaRPr lang="en-US" sz="3700"/>
          </a:p>
        </p:txBody>
      </p:sp>
      <p:pic>
        <p:nvPicPr>
          <p:cNvPr id="5" name="Picture 4" descr="A person using a touch screen&#10;&#10;AI-generated content may be incorrect.">
            <a:extLst>
              <a:ext uri="{FF2B5EF4-FFF2-40B4-BE49-F238E27FC236}">
                <a16:creationId xmlns:a16="http://schemas.microsoft.com/office/drawing/2014/main" id="{1DF9E881-7253-AF6E-9554-C164753E3B29}"/>
              </a:ext>
            </a:extLst>
          </p:cNvPr>
          <p:cNvPicPr>
            <a:picLocks noChangeAspect="1"/>
          </p:cNvPicPr>
          <p:nvPr/>
        </p:nvPicPr>
        <p:blipFill>
          <a:blip r:embed="rId2">
            <a:extLst>
              <a:ext uri="{28A0092B-C50C-407E-A947-70E740481C1C}">
                <a14:useLocalDpi xmlns:a14="http://schemas.microsoft.com/office/drawing/2010/main" val="0"/>
              </a:ext>
            </a:extLst>
          </a:blip>
          <a:srcRect l="30472" r="836"/>
          <a:stretch>
            <a:fillRect/>
          </a:stretch>
        </p:blipFill>
        <p:spPr>
          <a:xfrm>
            <a:off x="4855047" y="365125"/>
            <a:ext cx="6940060" cy="5683025"/>
          </a:xfrm>
          <a:prstGeom prst="rect">
            <a:avLst/>
          </a:prstGeom>
          <a:noFill/>
        </p:spPr>
      </p:pic>
      <p:sp>
        <p:nvSpPr>
          <p:cNvPr id="16" name="Footer Placeholder 5">
            <a:extLst>
              <a:ext uri="{FF2B5EF4-FFF2-40B4-BE49-F238E27FC236}">
                <a16:creationId xmlns:a16="http://schemas.microsoft.com/office/drawing/2014/main" id="{BF9FA599-B0A9-62A1-ADE8-C84E5D4DDAAD}"/>
              </a:ext>
            </a:extLst>
          </p:cNvPr>
          <p:cNvSpPr>
            <a:spLocks noGrp="1"/>
          </p:cNvSpPr>
          <p:nvPr>
            <p:ph type="ftr" sz="quarter" idx="11"/>
          </p:nvPr>
        </p:nvSpPr>
        <p:spPr>
          <a:xfrm>
            <a:off x="4506686" y="6296411"/>
            <a:ext cx="6663152" cy="341657"/>
          </a:xfrm>
        </p:spPr>
        <p:txBody>
          <a:bodyPr anchor="ctr">
            <a:normAutofit/>
          </a:bodyPr>
          <a:lstStyle/>
          <a:p>
            <a:pPr>
              <a:spcAft>
                <a:spcPts val="600"/>
              </a:spcAft>
            </a:pPr>
            <a:r>
              <a:rPr lang="en-US"/>
              <a:t> 2026 | murphy.465@osu.edu</a:t>
            </a:r>
          </a:p>
        </p:txBody>
      </p:sp>
    </p:spTree>
    <p:extLst>
      <p:ext uri="{BB962C8B-B14F-4D97-AF65-F5344CB8AC3E}">
        <p14:creationId xmlns:p14="http://schemas.microsoft.com/office/powerpoint/2010/main" val="1612066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B7CD04-0091-CA5B-4A28-70A7D028DD5E}"/>
              </a:ext>
            </a:extLst>
          </p:cNvPr>
          <p:cNvSpPr>
            <a:spLocks noGrp="1"/>
          </p:cNvSpPr>
          <p:nvPr>
            <p:ph type="sldNum" sz="quarter" idx="12"/>
          </p:nvPr>
        </p:nvSpPr>
        <p:spPr/>
        <p:txBody>
          <a:bodyPr/>
          <a:lstStyle/>
          <a:p>
            <a:fld id="{DFA4CD3D-26C8-47FF-8D13-9B32BAAB4735}" type="slidenum">
              <a:rPr lang="en-US" smtClean="0"/>
              <a:t>2</a:t>
            </a:fld>
            <a:endParaRPr lang="en-US"/>
          </a:p>
        </p:txBody>
      </p:sp>
      <p:sp>
        <p:nvSpPr>
          <p:cNvPr id="3" name="Title 2">
            <a:extLst>
              <a:ext uri="{FF2B5EF4-FFF2-40B4-BE49-F238E27FC236}">
                <a16:creationId xmlns:a16="http://schemas.microsoft.com/office/drawing/2014/main" id="{814A17C7-7D18-6B68-8CF8-F3AA8CD5AFFC}"/>
              </a:ext>
            </a:extLst>
          </p:cNvPr>
          <p:cNvSpPr>
            <a:spLocks noGrp="1"/>
          </p:cNvSpPr>
          <p:nvPr>
            <p:ph type="title"/>
          </p:nvPr>
        </p:nvSpPr>
        <p:spPr/>
        <p:txBody>
          <a:bodyPr/>
          <a:lstStyle/>
          <a:p>
            <a:r>
              <a:rPr lang="en-US"/>
              <a:t>Learning objectives</a:t>
            </a:r>
          </a:p>
        </p:txBody>
      </p:sp>
      <p:sp>
        <p:nvSpPr>
          <p:cNvPr id="5" name="Content Placeholder 4">
            <a:extLst>
              <a:ext uri="{FF2B5EF4-FFF2-40B4-BE49-F238E27FC236}">
                <a16:creationId xmlns:a16="http://schemas.microsoft.com/office/drawing/2014/main" id="{13F84804-0213-A982-6578-9E918B798626}"/>
              </a:ext>
            </a:extLst>
          </p:cNvPr>
          <p:cNvSpPr>
            <a:spLocks noGrp="1"/>
          </p:cNvSpPr>
          <p:nvPr>
            <p:ph idx="1"/>
          </p:nvPr>
        </p:nvSpPr>
        <p:spPr>
          <a:xfrm>
            <a:off x="396873" y="1807721"/>
            <a:ext cx="11398254" cy="4015454"/>
          </a:xfrm>
        </p:spPr>
        <p:txBody>
          <a:bodyPr/>
          <a:lstStyle/>
          <a:p>
            <a:r>
              <a:rPr lang="en-US" b="1"/>
              <a:t>Python fundamentals:</a:t>
            </a:r>
          </a:p>
          <a:p>
            <a:pPr marL="342900" indent="-342900">
              <a:buFont typeface="Arial" panose="020B0604020202020204" pitchFamily="34" charset="0"/>
              <a:buChar char="•"/>
            </a:pPr>
            <a:r>
              <a:rPr lang="en-US"/>
              <a:t>Construct variables, manipulate strings, and loop through lists</a:t>
            </a:r>
          </a:p>
          <a:p>
            <a:pPr marL="342900" indent="-342900">
              <a:buFont typeface="Arial" panose="020B0604020202020204" pitchFamily="34" charset="0"/>
              <a:buChar char="•"/>
            </a:pPr>
            <a:r>
              <a:rPr lang="en-US"/>
              <a:t>Build and navigate dictionaries</a:t>
            </a:r>
          </a:p>
          <a:p>
            <a:pPr marL="342900" indent="-342900">
              <a:buFont typeface="Arial" panose="020B0604020202020204" pitchFamily="34" charset="0"/>
              <a:buChar char="•"/>
            </a:pPr>
            <a:r>
              <a:rPr lang="en-US"/>
              <a:t>Define and use functions</a:t>
            </a:r>
          </a:p>
          <a:p>
            <a:pPr marL="457200" indent="-457200">
              <a:buFont typeface="+mj-lt"/>
              <a:buAutoNum type="arabicPeriod"/>
            </a:pPr>
            <a:endParaRPr lang="en-US"/>
          </a:p>
          <a:p>
            <a:r>
              <a:rPr lang="en-US" b="1"/>
              <a:t>AI-Assisted Programming:</a:t>
            </a:r>
            <a:endParaRPr lang="en-US"/>
          </a:p>
          <a:p>
            <a:pPr marL="342900" indent="-342900">
              <a:buFont typeface="Arial" panose="020B0604020202020204" pitchFamily="34" charset="0"/>
              <a:buChar char="•"/>
            </a:pPr>
            <a:r>
              <a:rPr lang="en-US"/>
              <a:t>Develop effective plain-language AI prompts to generate, explain, and refine Python code.</a:t>
            </a:r>
          </a:p>
          <a:p>
            <a:pPr marL="342900" indent="-342900">
              <a:buFont typeface="Arial" panose="020B0604020202020204" pitchFamily="34" charset="0"/>
              <a:buChar char="•"/>
            </a:pPr>
            <a:r>
              <a:rPr lang="en-US"/>
              <a:t>Analyze, test and refine AI-generated Python code.</a:t>
            </a:r>
          </a:p>
          <a:p>
            <a:pPr marL="457200" indent="-457200">
              <a:buFont typeface="+mj-lt"/>
              <a:buAutoNum type="arabicPeriod"/>
            </a:pPr>
            <a:endParaRPr lang="en-US"/>
          </a:p>
        </p:txBody>
      </p:sp>
    </p:spTree>
    <p:extLst>
      <p:ext uri="{BB962C8B-B14F-4D97-AF65-F5344CB8AC3E}">
        <p14:creationId xmlns:p14="http://schemas.microsoft.com/office/powerpoint/2010/main" val="3854793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AAA14-44C0-C273-D6C4-5D8A87DCB4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3794C2-78A1-DB75-2D63-3764E9B3FF01}"/>
              </a:ext>
            </a:extLst>
          </p:cNvPr>
          <p:cNvSpPr>
            <a:spLocks noGrp="1"/>
          </p:cNvSpPr>
          <p:nvPr>
            <p:ph type="sldNum" sz="quarter" idx="12"/>
          </p:nvPr>
        </p:nvSpPr>
        <p:spPr/>
        <p:txBody>
          <a:bodyPr/>
          <a:lstStyle/>
          <a:p>
            <a:fld id="{DFA4CD3D-26C8-47FF-8D13-9B32BAAB4735}" type="slidenum">
              <a:rPr lang="en-US" smtClean="0"/>
              <a:t>3</a:t>
            </a:fld>
            <a:endParaRPr lang="en-US"/>
          </a:p>
        </p:txBody>
      </p:sp>
      <p:sp>
        <p:nvSpPr>
          <p:cNvPr id="3" name="Title 2">
            <a:extLst>
              <a:ext uri="{FF2B5EF4-FFF2-40B4-BE49-F238E27FC236}">
                <a16:creationId xmlns:a16="http://schemas.microsoft.com/office/drawing/2014/main" id="{03E70CC1-DFFC-794B-B5D1-A8F68E0517BD}"/>
              </a:ext>
            </a:extLst>
          </p:cNvPr>
          <p:cNvSpPr>
            <a:spLocks noGrp="1"/>
          </p:cNvSpPr>
          <p:nvPr>
            <p:ph type="title"/>
          </p:nvPr>
        </p:nvSpPr>
        <p:spPr/>
        <p:txBody>
          <a:bodyPr/>
          <a:lstStyle/>
          <a:p>
            <a:r>
              <a:rPr lang="en-US"/>
              <a:t>AI can …</a:t>
            </a:r>
          </a:p>
        </p:txBody>
      </p:sp>
      <p:sp>
        <p:nvSpPr>
          <p:cNvPr id="5" name="Content Placeholder 4">
            <a:extLst>
              <a:ext uri="{FF2B5EF4-FFF2-40B4-BE49-F238E27FC236}">
                <a16:creationId xmlns:a16="http://schemas.microsoft.com/office/drawing/2014/main" id="{FCB1258C-EABB-1A04-CB64-1038647454CC}"/>
              </a:ext>
            </a:extLst>
          </p:cNvPr>
          <p:cNvSpPr>
            <a:spLocks noGrp="1"/>
          </p:cNvSpPr>
          <p:nvPr>
            <p:ph idx="1"/>
          </p:nvPr>
        </p:nvSpPr>
        <p:spPr>
          <a:xfrm>
            <a:off x="396873" y="1807721"/>
            <a:ext cx="11398254" cy="4015454"/>
          </a:xfrm>
        </p:spPr>
        <p:txBody>
          <a:bodyPr>
            <a:normAutofit lnSpcReduction="10000"/>
          </a:bodyPr>
          <a:lstStyle/>
          <a:p>
            <a:pPr marL="457200" indent="-457200">
              <a:buFont typeface="Arial" panose="020B0604020202020204" pitchFamily="34" charset="0"/>
              <a:buChar char="•"/>
            </a:pPr>
            <a:r>
              <a:rPr lang="en-US"/>
              <a:t>Explain code in plain language </a:t>
            </a:r>
          </a:p>
          <a:p>
            <a:pPr marL="457200" indent="-457200">
              <a:buFont typeface="Arial" panose="020B0604020202020204" pitchFamily="34" charset="0"/>
              <a:buChar char="•"/>
            </a:pPr>
            <a:r>
              <a:rPr lang="en-US"/>
              <a:t>Help set up your environment and tools</a:t>
            </a:r>
          </a:p>
          <a:p>
            <a:pPr marL="457200" indent="-457200">
              <a:buFont typeface="Arial" panose="020B0604020202020204" pitchFamily="34" charset="0"/>
              <a:buChar char="•"/>
            </a:pPr>
            <a:r>
              <a:rPr lang="en-US"/>
              <a:t>Simplify technical documentation</a:t>
            </a:r>
          </a:p>
          <a:p>
            <a:pPr marL="457200" indent="-457200">
              <a:buFont typeface="Arial" panose="020B0604020202020204" pitchFamily="34" charset="0"/>
              <a:buChar char="•"/>
            </a:pPr>
            <a:r>
              <a:rPr lang="en-US"/>
              <a:t>Generate and improve code documentation</a:t>
            </a:r>
          </a:p>
          <a:p>
            <a:pPr marL="457200" indent="-457200">
              <a:buFont typeface="Arial" panose="020B0604020202020204" pitchFamily="34" charset="0"/>
              <a:buChar char="•"/>
            </a:pPr>
            <a:r>
              <a:rPr lang="en-US"/>
              <a:t>Support debugging and troubleshooting</a:t>
            </a:r>
          </a:p>
          <a:p>
            <a:pPr marL="457200" indent="-457200">
              <a:buFont typeface="Arial" panose="020B0604020202020204" pitchFamily="34" charset="0"/>
              <a:buChar char="•"/>
            </a:pPr>
            <a:r>
              <a:rPr lang="en-US"/>
              <a:t>Identify, explain and help fix errors</a:t>
            </a:r>
          </a:p>
          <a:p>
            <a:pPr marL="457200" indent="-457200">
              <a:buFont typeface="Arial" panose="020B0604020202020204" pitchFamily="34" charset="0"/>
              <a:buChar char="•"/>
            </a:pPr>
            <a:r>
              <a:rPr lang="en-US"/>
              <a:t>Recommend solutions and alternative approaches</a:t>
            </a:r>
          </a:p>
          <a:p>
            <a:pPr marL="457200" indent="-457200">
              <a:buFont typeface="Arial" panose="020B0604020202020204" pitchFamily="34" charset="0"/>
              <a:buChar char="•"/>
            </a:pPr>
            <a:r>
              <a:rPr lang="en-US"/>
              <a:t>Enable rapid prototyping of ideas</a:t>
            </a:r>
          </a:p>
          <a:p>
            <a:pPr marL="457200" indent="-457200">
              <a:buFont typeface="Arial" panose="020B0604020202020204" pitchFamily="34" charset="0"/>
              <a:buChar char="•"/>
            </a:pPr>
            <a:r>
              <a:rPr lang="en-US"/>
              <a:t>Facilitate learning through guided experimentation</a:t>
            </a:r>
          </a:p>
          <a:p>
            <a:pPr marL="457200" indent="-457200">
              <a:buFont typeface="+mj-lt"/>
              <a:buAutoNum type="arabicPeriod"/>
            </a:pPr>
            <a:endParaRPr lang="en-US"/>
          </a:p>
        </p:txBody>
      </p:sp>
      <p:pic>
        <p:nvPicPr>
          <p:cNvPr id="7" name="Picture 6">
            <a:extLst>
              <a:ext uri="{FF2B5EF4-FFF2-40B4-BE49-F238E27FC236}">
                <a16:creationId xmlns:a16="http://schemas.microsoft.com/office/drawing/2014/main" id="{4E6EA075-88D7-160F-D5FD-B7448C8DD85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8262" y="1034825"/>
            <a:ext cx="558927" cy="508116"/>
          </a:xfrm>
          <a:prstGeom prst="rect">
            <a:avLst/>
          </a:prstGeom>
        </p:spPr>
      </p:pic>
      <p:pic>
        <p:nvPicPr>
          <p:cNvPr id="9" name="Picture 8">
            <a:extLst>
              <a:ext uri="{FF2B5EF4-FFF2-40B4-BE49-F238E27FC236}">
                <a16:creationId xmlns:a16="http://schemas.microsoft.com/office/drawing/2014/main" id="{69256DED-3073-9DDC-073C-E318ED4F36A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2956" y="614697"/>
            <a:ext cx="548640" cy="548640"/>
          </a:xfrm>
          <a:prstGeom prst="rect">
            <a:avLst/>
          </a:prstGeom>
        </p:spPr>
      </p:pic>
    </p:spTree>
    <p:extLst>
      <p:ext uri="{BB962C8B-B14F-4D97-AF65-F5344CB8AC3E}">
        <p14:creationId xmlns:p14="http://schemas.microsoft.com/office/powerpoint/2010/main" val="3619143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3276C1-711F-B2BB-70A8-53FCEF2DD38C}"/>
              </a:ext>
            </a:extLst>
          </p:cNvPr>
          <p:cNvSpPr>
            <a:spLocks noGrp="1"/>
          </p:cNvSpPr>
          <p:nvPr>
            <p:ph type="sldNum" sz="quarter" idx="12"/>
          </p:nvPr>
        </p:nvSpPr>
        <p:spPr/>
        <p:txBody>
          <a:bodyPr/>
          <a:lstStyle/>
          <a:p>
            <a:fld id="{DFA4CD3D-26C8-47FF-8D13-9B32BAAB4735}" type="slidenum">
              <a:rPr lang="en-US" smtClean="0"/>
              <a:t>4</a:t>
            </a:fld>
            <a:endParaRPr lang="en-US"/>
          </a:p>
        </p:txBody>
      </p:sp>
      <p:sp>
        <p:nvSpPr>
          <p:cNvPr id="3" name="Title 2">
            <a:extLst>
              <a:ext uri="{FF2B5EF4-FFF2-40B4-BE49-F238E27FC236}">
                <a16:creationId xmlns:a16="http://schemas.microsoft.com/office/drawing/2014/main" id="{ADBE985E-B3F0-B37C-722D-7FD755C43AD8}"/>
              </a:ext>
            </a:extLst>
          </p:cNvPr>
          <p:cNvSpPr>
            <a:spLocks noGrp="1"/>
          </p:cNvSpPr>
          <p:nvPr>
            <p:ph type="title"/>
          </p:nvPr>
        </p:nvSpPr>
        <p:spPr/>
        <p:txBody>
          <a:bodyPr/>
          <a:lstStyle/>
          <a:p>
            <a:r>
              <a:rPr lang="en-US"/>
              <a:t>Mastering the basics can help you …</a:t>
            </a:r>
          </a:p>
        </p:txBody>
      </p:sp>
      <p:sp>
        <p:nvSpPr>
          <p:cNvPr id="5" name="Content Placeholder 4">
            <a:extLst>
              <a:ext uri="{FF2B5EF4-FFF2-40B4-BE49-F238E27FC236}">
                <a16:creationId xmlns:a16="http://schemas.microsoft.com/office/drawing/2014/main" id="{88D1C614-497A-919E-5491-74F07718222F}"/>
              </a:ext>
            </a:extLst>
          </p:cNvPr>
          <p:cNvSpPr>
            <a:spLocks noGrp="1"/>
          </p:cNvSpPr>
          <p:nvPr>
            <p:ph idx="1"/>
          </p:nvPr>
        </p:nvSpPr>
        <p:spPr/>
        <p:txBody>
          <a:bodyPr/>
          <a:lstStyle/>
          <a:p>
            <a:pPr marL="342900" indent="-342900">
              <a:buFont typeface="Arial" panose="020B0604020202020204" pitchFamily="34" charset="0"/>
              <a:buChar char="•"/>
            </a:pPr>
            <a:r>
              <a:rPr lang="en-US"/>
              <a:t>Write clearer, more precise AI prompts</a:t>
            </a:r>
          </a:p>
          <a:p>
            <a:pPr marL="342900" indent="-342900">
              <a:buFont typeface="Arial" panose="020B0604020202020204" pitchFamily="34" charset="0"/>
              <a:buChar char="•"/>
            </a:pPr>
            <a:r>
              <a:rPr lang="en-US"/>
              <a:t>Assess whether AI-generated code is correct and efficient</a:t>
            </a:r>
          </a:p>
          <a:p>
            <a:pPr marL="342900" indent="-342900">
              <a:buFont typeface="Arial" panose="020B0604020202020204" pitchFamily="34" charset="0"/>
              <a:buChar char="•"/>
            </a:pPr>
            <a:r>
              <a:rPr lang="en-US"/>
              <a:t>Test, validate, and debug your assumptions</a:t>
            </a:r>
          </a:p>
          <a:p>
            <a:pPr marL="342900" indent="-342900">
              <a:buFont typeface="Arial" panose="020B0604020202020204" pitchFamily="34" charset="0"/>
              <a:buChar char="•"/>
            </a:pPr>
            <a:r>
              <a:rPr lang="en-US"/>
              <a:t>Recognize bias in data, logic, and outputs</a:t>
            </a:r>
          </a:p>
          <a:p>
            <a:pPr marL="342900" indent="-342900">
              <a:buFont typeface="Arial" panose="020B0604020202020204" pitchFamily="34" charset="0"/>
              <a:buChar char="•"/>
            </a:pPr>
            <a:r>
              <a:rPr lang="en-US"/>
              <a:t>Read, customize, and confidently reuse apply shared code</a:t>
            </a:r>
          </a:p>
        </p:txBody>
      </p:sp>
    </p:spTree>
    <p:extLst>
      <p:ext uri="{BB962C8B-B14F-4D97-AF65-F5344CB8AC3E}">
        <p14:creationId xmlns:p14="http://schemas.microsoft.com/office/powerpoint/2010/main" val="1563715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749A25-6CD3-94B2-939E-E8BBBFAB1A4E}"/>
              </a:ext>
            </a:extLst>
          </p:cNvPr>
          <p:cNvSpPr>
            <a:spLocks noGrp="1"/>
          </p:cNvSpPr>
          <p:nvPr>
            <p:ph type="sldNum" sz="quarter" idx="12"/>
          </p:nvPr>
        </p:nvSpPr>
        <p:spPr/>
        <p:txBody>
          <a:bodyPr/>
          <a:lstStyle/>
          <a:p>
            <a:fld id="{DFA4CD3D-26C8-47FF-8D13-9B32BAAB4735}" type="slidenum">
              <a:rPr lang="en-US" smtClean="0"/>
              <a:t>5</a:t>
            </a:fld>
            <a:endParaRPr lang="en-US"/>
          </a:p>
        </p:txBody>
      </p:sp>
      <p:sp>
        <p:nvSpPr>
          <p:cNvPr id="3" name="Title 2">
            <a:extLst>
              <a:ext uri="{FF2B5EF4-FFF2-40B4-BE49-F238E27FC236}">
                <a16:creationId xmlns:a16="http://schemas.microsoft.com/office/drawing/2014/main" id="{9838CD71-5E57-3727-A375-C2EE4CFFB530}"/>
              </a:ext>
            </a:extLst>
          </p:cNvPr>
          <p:cNvSpPr>
            <a:spLocks noGrp="1"/>
          </p:cNvSpPr>
          <p:nvPr>
            <p:ph type="title"/>
          </p:nvPr>
        </p:nvSpPr>
        <p:spPr/>
        <p:txBody>
          <a:bodyPr>
            <a:normAutofit/>
          </a:bodyPr>
          <a:lstStyle/>
          <a:p>
            <a:r>
              <a:rPr lang="en-US"/>
              <a:t>Getting Started</a:t>
            </a:r>
          </a:p>
        </p:txBody>
      </p:sp>
      <p:sp>
        <p:nvSpPr>
          <p:cNvPr id="5" name="Content Placeholder 4">
            <a:extLst>
              <a:ext uri="{FF2B5EF4-FFF2-40B4-BE49-F238E27FC236}">
                <a16:creationId xmlns:a16="http://schemas.microsoft.com/office/drawing/2014/main" id="{F59CC5A2-3988-0B23-2ECC-625CF6F462FF}"/>
              </a:ext>
            </a:extLst>
          </p:cNvPr>
          <p:cNvSpPr>
            <a:spLocks noGrp="1"/>
          </p:cNvSpPr>
          <p:nvPr>
            <p:ph idx="1"/>
          </p:nvPr>
        </p:nvSpPr>
        <p:spPr/>
        <p:txBody>
          <a:bodyPr>
            <a:normAutofit/>
          </a:bodyPr>
          <a:lstStyle/>
          <a:p>
            <a:pPr marL="457200" indent="-457200">
              <a:buFont typeface="+mj-lt"/>
              <a:buAutoNum type="arabicPeriod"/>
            </a:pPr>
            <a:r>
              <a:rPr lang="en-US" sz="2800" dirty="0"/>
              <a:t>Create an empty file named </a:t>
            </a:r>
            <a:r>
              <a:rPr lang="en-US" sz="2800" b="1" dirty="0" err="1"/>
              <a:t>python_workshop</a:t>
            </a:r>
            <a:r>
              <a:rPr lang="en-US" sz="2800" b="1" dirty="0"/>
              <a:t> </a:t>
            </a:r>
            <a:r>
              <a:rPr lang="en-US" sz="2800" dirty="0"/>
              <a:t>on your desktop</a:t>
            </a:r>
          </a:p>
          <a:p>
            <a:pPr marL="457200" indent="-457200">
              <a:buFont typeface="+mj-lt"/>
              <a:buAutoNum type="arabicPeriod"/>
            </a:pPr>
            <a:r>
              <a:rPr lang="en-US" sz="2800" dirty="0"/>
              <a:t>Go to </a:t>
            </a:r>
            <a:r>
              <a:rPr lang="en-US" sz="2800" dirty="0">
                <a:hlinkClick r:id="rId2"/>
              </a:rPr>
              <a:t>https://go.osu.edu/python_mastering_basics_ai</a:t>
            </a:r>
            <a:r>
              <a:rPr lang="en-US" sz="2800" dirty="0"/>
              <a:t> </a:t>
            </a:r>
          </a:p>
          <a:p>
            <a:pPr marL="457200" indent="-457200">
              <a:buFont typeface="+mj-lt"/>
              <a:buAutoNum type="arabicPeriod"/>
            </a:pPr>
            <a:r>
              <a:rPr lang="en-US" sz="2800" dirty="0"/>
              <a:t>Download and place in </a:t>
            </a:r>
            <a:r>
              <a:rPr lang="en-US" sz="2800" b="1" dirty="0" err="1"/>
              <a:t>python_workshop</a:t>
            </a:r>
            <a:r>
              <a:rPr lang="en-US" sz="2800" b="1" dirty="0"/>
              <a:t> </a:t>
            </a:r>
            <a:r>
              <a:rPr lang="en-US" sz="2800" dirty="0"/>
              <a:t>folder:</a:t>
            </a:r>
          </a:p>
          <a:p>
            <a:pPr marL="1143000" lvl="1" indent="-457200"/>
            <a:r>
              <a:rPr lang="en-US" sz="2400" dirty="0"/>
              <a:t>carmen_ohio.txt</a:t>
            </a:r>
          </a:p>
          <a:p>
            <a:pPr marL="1143000" lvl="1" indent="-457200"/>
            <a:r>
              <a:rPr lang="en-US" sz="2400" dirty="0"/>
              <a:t>carmen_ohio_revised.txt</a:t>
            </a:r>
          </a:p>
          <a:p>
            <a:pPr marL="1143000" lvl="1" indent="-457200"/>
            <a:r>
              <a:rPr lang="en-US" sz="2400" dirty="0"/>
              <a:t>python_mastering_basics_workshop_exercises.py</a:t>
            </a:r>
          </a:p>
          <a:p>
            <a:pPr marL="1143000" lvl="1" indent="-457200"/>
            <a:r>
              <a:rPr lang="en-US" sz="2400" dirty="0"/>
              <a:t>python-cheatsheet.pdf</a:t>
            </a:r>
          </a:p>
          <a:p>
            <a:pPr marL="1143000" lvl="1" indent="-457200"/>
            <a:r>
              <a:rPr lang="en-US" sz="2400" dirty="0"/>
              <a:t>Pandas_Cheat_Sheet.pdf</a:t>
            </a:r>
          </a:p>
          <a:p>
            <a:pPr marL="1143000" lvl="1" indent="-457200"/>
            <a:endParaRPr lang="en-US" sz="2400" dirty="0"/>
          </a:p>
        </p:txBody>
      </p:sp>
    </p:spTree>
    <p:extLst>
      <p:ext uri="{BB962C8B-B14F-4D97-AF65-F5344CB8AC3E}">
        <p14:creationId xmlns:p14="http://schemas.microsoft.com/office/powerpoint/2010/main" val="2343565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9AF19F-A59B-23B9-02D7-2D47536DA86C}"/>
              </a:ext>
            </a:extLst>
          </p:cNvPr>
          <p:cNvSpPr>
            <a:spLocks noGrp="1"/>
          </p:cNvSpPr>
          <p:nvPr>
            <p:ph type="sldNum" sz="quarter" idx="12"/>
          </p:nvPr>
        </p:nvSpPr>
        <p:spPr/>
        <p:txBody>
          <a:bodyPr/>
          <a:lstStyle/>
          <a:p>
            <a:fld id="{DFA4CD3D-26C8-47FF-8D13-9B32BAAB4735}" type="slidenum">
              <a:rPr lang="en-US" smtClean="0"/>
              <a:t>6</a:t>
            </a:fld>
            <a:endParaRPr lang="en-US"/>
          </a:p>
        </p:txBody>
      </p:sp>
      <p:sp>
        <p:nvSpPr>
          <p:cNvPr id="3" name="Title 2">
            <a:extLst>
              <a:ext uri="{FF2B5EF4-FFF2-40B4-BE49-F238E27FC236}">
                <a16:creationId xmlns:a16="http://schemas.microsoft.com/office/drawing/2014/main" id="{E80A26BB-C6E1-F68B-4C3B-972C1DFE4E76}"/>
              </a:ext>
            </a:extLst>
          </p:cNvPr>
          <p:cNvSpPr>
            <a:spLocks noGrp="1"/>
          </p:cNvSpPr>
          <p:nvPr>
            <p:ph type="title"/>
          </p:nvPr>
        </p:nvSpPr>
        <p:spPr/>
        <p:txBody>
          <a:bodyPr/>
          <a:lstStyle/>
          <a:p>
            <a:r>
              <a:rPr lang="en-US"/>
              <a:t>Three things you need …</a:t>
            </a:r>
          </a:p>
        </p:txBody>
      </p:sp>
      <p:sp>
        <p:nvSpPr>
          <p:cNvPr id="5" name="Content Placeholder 4">
            <a:extLst>
              <a:ext uri="{FF2B5EF4-FFF2-40B4-BE49-F238E27FC236}">
                <a16:creationId xmlns:a16="http://schemas.microsoft.com/office/drawing/2014/main" id="{3D06B28D-1378-C1D1-CA5C-02888A203219}"/>
              </a:ext>
            </a:extLst>
          </p:cNvPr>
          <p:cNvSpPr>
            <a:spLocks noGrp="1"/>
          </p:cNvSpPr>
          <p:nvPr>
            <p:ph idx="1"/>
          </p:nvPr>
        </p:nvSpPr>
        <p:spPr/>
        <p:txBody>
          <a:bodyPr/>
          <a:lstStyle/>
          <a:p>
            <a:pPr marL="457200" indent="-457200">
              <a:buFont typeface="Arial" panose="020B0604020202020204" pitchFamily="34" charset="0"/>
              <a:buChar char="•"/>
            </a:pPr>
            <a:r>
              <a:rPr lang="en-US"/>
              <a:t>An </a:t>
            </a:r>
            <a:r>
              <a:rPr lang="en-US" i="1"/>
              <a:t>integrated development environment</a:t>
            </a:r>
            <a:r>
              <a:rPr lang="en-US"/>
              <a:t> or IDE. This is where you write and run code</a:t>
            </a:r>
          </a:p>
          <a:p>
            <a:pPr marL="457200" indent="-457200">
              <a:buFont typeface="Arial" panose="020B0604020202020204" pitchFamily="34" charset="0"/>
              <a:buChar char="•"/>
            </a:pPr>
            <a:r>
              <a:rPr lang="en-US"/>
              <a:t>A </a:t>
            </a:r>
            <a:r>
              <a:rPr lang="en-US" i="1"/>
              <a:t>Python</a:t>
            </a:r>
            <a:r>
              <a:rPr lang="en-US"/>
              <a:t> installation, so your computer can interpret and execute Python code</a:t>
            </a:r>
          </a:p>
          <a:p>
            <a:pPr marL="457200" indent="-457200">
              <a:buFont typeface="Arial" panose="020B0604020202020204" pitchFamily="34" charset="0"/>
              <a:buChar char="•"/>
            </a:pPr>
            <a:r>
              <a:rPr lang="en-US" i="1"/>
              <a:t>Python </a:t>
            </a:r>
            <a:r>
              <a:rPr lang="en-US"/>
              <a:t>packages. These are collections of existing, reusable code, also known as libraries, you can use in Python projects. (e.g. pandas, </a:t>
            </a:r>
            <a:r>
              <a:rPr lang="en-US" err="1"/>
              <a:t>numpy</a:t>
            </a:r>
            <a:r>
              <a:rPr lang="en-US"/>
              <a:t>, </a:t>
            </a:r>
            <a:r>
              <a:rPr lang="en-US" err="1"/>
              <a:t>pytorch</a:t>
            </a:r>
            <a:r>
              <a:rPr lang="en-US"/>
              <a:t>, </a:t>
            </a:r>
            <a:r>
              <a:rPr lang="en-US" err="1"/>
              <a:t>etc</a:t>
            </a:r>
            <a:r>
              <a:rPr lang="en-US"/>
              <a:t> …)</a:t>
            </a:r>
            <a:endParaRPr lang="en-US" i="1"/>
          </a:p>
        </p:txBody>
      </p:sp>
    </p:spTree>
    <p:extLst>
      <p:ext uri="{BB962C8B-B14F-4D97-AF65-F5344CB8AC3E}">
        <p14:creationId xmlns:p14="http://schemas.microsoft.com/office/powerpoint/2010/main" val="3876863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63A152-1109-930A-F650-3B12978017C3}"/>
              </a:ext>
            </a:extLst>
          </p:cNvPr>
          <p:cNvSpPr>
            <a:spLocks noGrp="1"/>
          </p:cNvSpPr>
          <p:nvPr>
            <p:ph type="sldNum" sz="quarter" idx="12"/>
          </p:nvPr>
        </p:nvSpPr>
        <p:spPr/>
        <p:txBody>
          <a:bodyPr/>
          <a:lstStyle/>
          <a:p>
            <a:fld id="{DFA4CD3D-26C8-47FF-8D13-9B32BAAB4735}" type="slidenum">
              <a:rPr lang="en-US" smtClean="0"/>
              <a:t>7</a:t>
            </a:fld>
            <a:endParaRPr lang="en-US"/>
          </a:p>
        </p:txBody>
      </p:sp>
      <p:pic>
        <p:nvPicPr>
          <p:cNvPr id="5" name="Picture 4">
            <a:extLst>
              <a:ext uri="{FF2B5EF4-FFF2-40B4-BE49-F238E27FC236}">
                <a16:creationId xmlns:a16="http://schemas.microsoft.com/office/drawing/2014/main" id="{E4DD9E1F-01DF-E869-74AF-4C31A09692AC}"/>
              </a:ext>
            </a:extLst>
          </p:cNvPr>
          <p:cNvPicPr>
            <a:picLocks noChangeAspect="1"/>
          </p:cNvPicPr>
          <p:nvPr/>
        </p:nvPicPr>
        <p:blipFill>
          <a:blip r:embed="rId2"/>
          <a:stretch>
            <a:fillRect/>
          </a:stretch>
        </p:blipFill>
        <p:spPr>
          <a:xfrm>
            <a:off x="44302" y="188074"/>
            <a:ext cx="12103395" cy="6505575"/>
          </a:xfrm>
          <a:prstGeom prst="rect">
            <a:avLst/>
          </a:prstGeom>
        </p:spPr>
      </p:pic>
    </p:spTree>
    <p:extLst>
      <p:ext uri="{BB962C8B-B14F-4D97-AF65-F5344CB8AC3E}">
        <p14:creationId xmlns:p14="http://schemas.microsoft.com/office/powerpoint/2010/main" val="1082435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C42FA1-C46A-118E-648B-ECAD7AF8DC38}"/>
              </a:ext>
            </a:extLst>
          </p:cNvPr>
          <p:cNvSpPr>
            <a:spLocks noGrp="1"/>
          </p:cNvSpPr>
          <p:nvPr>
            <p:ph type="sldNum" sz="quarter" idx="12"/>
          </p:nvPr>
        </p:nvSpPr>
        <p:spPr/>
        <p:txBody>
          <a:bodyPr/>
          <a:lstStyle/>
          <a:p>
            <a:fld id="{DFA4CD3D-26C8-47FF-8D13-9B32BAAB4735}" type="slidenum">
              <a:rPr lang="en-US" smtClean="0"/>
              <a:t>8</a:t>
            </a:fld>
            <a:endParaRPr lang="en-US"/>
          </a:p>
        </p:txBody>
      </p:sp>
      <p:sp>
        <p:nvSpPr>
          <p:cNvPr id="7" name="Title 6">
            <a:extLst>
              <a:ext uri="{FF2B5EF4-FFF2-40B4-BE49-F238E27FC236}">
                <a16:creationId xmlns:a16="http://schemas.microsoft.com/office/drawing/2014/main" id="{D610A091-3AAD-BCBB-8CEF-EF23F86C29A5}"/>
              </a:ext>
            </a:extLst>
          </p:cNvPr>
          <p:cNvSpPr>
            <a:spLocks noGrp="1"/>
          </p:cNvSpPr>
          <p:nvPr>
            <p:ph type="title"/>
          </p:nvPr>
        </p:nvSpPr>
        <p:spPr>
          <a:xfrm>
            <a:off x="396873" y="348698"/>
            <a:ext cx="11398253" cy="838854"/>
          </a:xfrm>
        </p:spPr>
        <p:txBody>
          <a:bodyPr/>
          <a:lstStyle/>
          <a:p>
            <a:r>
              <a:rPr lang="en-US"/>
              <a:t>Variables</a:t>
            </a:r>
          </a:p>
        </p:txBody>
      </p:sp>
      <p:sp>
        <p:nvSpPr>
          <p:cNvPr id="8" name="Content Placeholder 7">
            <a:extLst>
              <a:ext uri="{FF2B5EF4-FFF2-40B4-BE49-F238E27FC236}">
                <a16:creationId xmlns:a16="http://schemas.microsoft.com/office/drawing/2014/main" id="{FD9D2943-2676-CE25-D6D0-26578D039604}"/>
              </a:ext>
            </a:extLst>
          </p:cNvPr>
          <p:cNvSpPr>
            <a:spLocks noGrp="1"/>
          </p:cNvSpPr>
          <p:nvPr>
            <p:ph idx="1"/>
          </p:nvPr>
        </p:nvSpPr>
        <p:spPr>
          <a:xfrm>
            <a:off x="396872" y="977838"/>
            <a:ext cx="11398254" cy="4902323"/>
          </a:xfrm>
        </p:spPr>
        <p:txBody>
          <a:bodyPr/>
          <a:lstStyle/>
          <a:p>
            <a:r>
              <a:rPr lang="en-US"/>
              <a:t>Python supports a variety of built-in data types, each suited for different kinds of information.</a:t>
            </a:r>
          </a:p>
          <a:p>
            <a:endParaRPr lang="en-US"/>
          </a:p>
        </p:txBody>
      </p:sp>
      <p:graphicFrame>
        <p:nvGraphicFramePr>
          <p:cNvPr id="10" name="Table 9">
            <a:extLst>
              <a:ext uri="{FF2B5EF4-FFF2-40B4-BE49-F238E27FC236}">
                <a16:creationId xmlns:a16="http://schemas.microsoft.com/office/drawing/2014/main" id="{93638CD4-7223-8632-3450-CDD2C0448776}"/>
              </a:ext>
            </a:extLst>
          </p:cNvPr>
          <p:cNvGraphicFramePr>
            <a:graphicFrameLocks noGrp="1"/>
          </p:cNvGraphicFramePr>
          <p:nvPr>
            <p:extLst>
              <p:ext uri="{D42A27DB-BD31-4B8C-83A1-F6EECF244321}">
                <p14:modId xmlns:p14="http://schemas.microsoft.com/office/powerpoint/2010/main" val="909124705"/>
              </p:ext>
            </p:extLst>
          </p:nvPr>
        </p:nvGraphicFramePr>
        <p:xfrm>
          <a:off x="442685" y="1822477"/>
          <a:ext cx="10855064" cy="4438996"/>
        </p:xfrm>
        <a:graphic>
          <a:graphicData uri="http://schemas.openxmlformats.org/drawingml/2006/table">
            <a:tbl>
              <a:tblPr firstRow="1" bandRow="1">
                <a:tableStyleId>{5C22544A-7EE6-4342-B048-85BDC9FD1C3A}</a:tableStyleId>
              </a:tblPr>
              <a:tblGrid>
                <a:gridCol w="1377840">
                  <a:extLst>
                    <a:ext uri="{9D8B030D-6E8A-4147-A177-3AD203B41FA5}">
                      <a16:colId xmlns:a16="http://schemas.microsoft.com/office/drawing/2014/main" val="2139057253"/>
                    </a:ext>
                  </a:extLst>
                </a:gridCol>
                <a:gridCol w="1158145">
                  <a:extLst>
                    <a:ext uri="{9D8B030D-6E8A-4147-A177-3AD203B41FA5}">
                      <a16:colId xmlns:a16="http://schemas.microsoft.com/office/drawing/2014/main" val="1037599775"/>
                    </a:ext>
                  </a:extLst>
                </a:gridCol>
                <a:gridCol w="1582256">
                  <a:extLst>
                    <a:ext uri="{9D8B030D-6E8A-4147-A177-3AD203B41FA5}">
                      <a16:colId xmlns:a16="http://schemas.microsoft.com/office/drawing/2014/main" val="136948209"/>
                    </a:ext>
                  </a:extLst>
                </a:gridCol>
                <a:gridCol w="2397852">
                  <a:extLst>
                    <a:ext uri="{9D8B030D-6E8A-4147-A177-3AD203B41FA5}">
                      <a16:colId xmlns:a16="http://schemas.microsoft.com/office/drawing/2014/main" val="1697887259"/>
                    </a:ext>
                  </a:extLst>
                </a:gridCol>
                <a:gridCol w="4338971">
                  <a:extLst>
                    <a:ext uri="{9D8B030D-6E8A-4147-A177-3AD203B41FA5}">
                      <a16:colId xmlns:a16="http://schemas.microsoft.com/office/drawing/2014/main" val="3354351289"/>
                    </a:ext>
                  </a:extLst>
                </a:gridCol>
              </a:tblGrid>
              <a:tr h="471088">
                <a:tc>
                  <a:txBody>
                    <a:bodyPr/>
                    <a:lstStyle/>
                    <a:p>
                      <a:r>
                        <a:rPr lang="en-US"/>
                        <a:t>Name</a:t>
                      </a:r>
                    </a:p>
                  </a:txBody>
                  <a:tcPr/>
                </a:tc>
                <a:tc>
                  <a:txBody>
                    <a:bodyPr/>
                    <a:lstStyle/>
                    <a:p>
                      <a:r>
                        <a:rPr lang="en-US" err="1"/>
                        <a:t>Abbr</a:t>
                      </a:r>
                      <a:endParaRPr lang="en-US"/>
                    </a:p>
                  </a:txBody>
                  <a:tcPr/>
                </a:tc>
                <a:tc>
                  <a:txBody>
                    <a:bodyPr/>
                    <a:lstStyle/>
                    <a:p>
                      <a:r>
                        <a:rPr lang="en-US"/>
                        <a:t>Type</a:t>
                      </a:r>
                    </a:p>
                  </a:txBody>
                  <a:tcPr/>
                </a:tc>
                <a:tc>
                  <a:txBody>
                    <a:bodyPr/>
                    <a:lstStyle/>
                    <a:p>
                      <a:r>
                        <a:rPr lang="en-US"/>
                        <a:t>Description</a:t>
                      </a:r>
                    </a:p>
                  </a:txBody>
                  <a:tcPr/>
                </a:tc>
                <a:tc>
                  <a:txBody>
                    <a:bodyPr/>
                    <a:lstStyle/>
                    <a:p>
                      <a:r>
                        <a:rPr lang="en-US"/>
                        <a:t>Example</a:t>
                      </a:r>
                    </a:p>
                  </a:txBody>
                  <a:tcPr/>
                </a:tc>
                <a:extLst>
                  <a:ext uri="{0D108BD9-81ED-4DB2-BD59-A6C34878D82A}">
                    <a16:rowId xmlns:a16="http://schemas.microsoft.com/office/drawing/2014/main" val="1756693198"/>
                  </a:ext>
                </a:extLst>
              </a:tr>
              <a:tr h="519442">
                <a:tc>
                  <a:txBody>
                    <a:bodyPr/>
                    <a:lstStyle/>
                    <a:p>
                      <a:r>
                        <a:rPr lang="en-US"/>
                        <a:t>String</a:t>
                      </a:r>
                    </a:p>
                  </a:txBody>
                  <a:tcPr/>
                </a:tc>
                <a:tc>
                  <a:txBody>
                    <a:bodyPr/>
                    <a:lstStyle/>
                    <a:p>
                      <a:r>
                        <a:rPr lang="en-US"/>
                        <a:t>str</a:t>
                      </a:r>
                    </a:p>
                  </a:txBody>
                  <a:tcPr/>
                </a:tc>
                <a:tc>
                  <a:txBody>
                    <a:bodyPr/>
                    <a:lstStyle/>
                    <a:p>
                      <a:r>
                        <a:rPr lang="en-US"/>
                        <a:t>Sequence</a:t>
                      </a:r>
                    </a:p>
                  </a:txBody>
                  <a:tcPr/>
                </a:tc>
                <a:tc>
                  <a:txBody>
                    <a:bodyPr/>
                    <a:lstStyle/>
                    <a:p>
                      <a:r>
                        <a:rPr lang="en-US"/>
                        <a:t>Text</a:t>
                      </a:r>
                    </a:p>
                  </a:txBody>
                  <a:tcPr/>
                </a:tc>
                <a:tc>
                  <a:txBody>
                    <a:bodyPr/>
                    <a:lstStyle/>
                    <a:p>
                      <a:r>
                        <a:rPr lang="en-US"/>
                        <a:t>"The Ohio State University"</a:t>
                      </a:r>
                    </a:p>
                  </a:txBody>
                  <a:tcPr/>
                </a:tc>
                <a:extLst>
                  <a:ext uri="{0D108BD9-81ED-4DB2-BD59-A6C34878D82A}">
                    <a16:rowId xmlns:a16="http://schemas.microsoft.com/office/drawing/2014/main" val="4016208441"/>
                  </a:ext>
                </a:extLst>
              </a:tr>
              <a:tr h="471088">
                <a:tc>
                  <a:txBody>
                    <a:bodyPr/>
                    <a:lstStyle/>
                    <a:p>
                      <a:r>
                        <a:rPr lang="en-US"/>
                        <a:t>Integer</a:t>
                      </a:r>
                    </a:p>
                  </a:txBody>
                  <a:tcPr/>
                </a:tc>
                <a:tc>
                  <a:txBody>
                    <a:bodyPr/>
                    <a:lstStyle/>
                    <a:p>
                      <a:r>
                        <a:rPr lang="en-US"/>
                        <a:t>int</a:t>
                      </a:r>
                    </a:p>
                  </a:txBody>
                  <a:tcPr/>
                </a:tc>
                <a:tc>
                  <a:txBody>
                    <a:bodyPr/>
                    <a:lstStyle/>
                    <a:p>
                      <a:r>
                        <a:rPr lang="en-US"/>
                        <a:t>Numeric</a:t>
                      </a:r>
                    </a:p>
                  </a:txBody>
                  <a:tcPr/>
                </a:tc>
                <a:tc>
                  <a:txBody>
                    <a:bodyPr/>
                    <a:lstStyle/>
                    <a:p>
                      <a:r>
                        <a:rPr lang="en-US"/>
                        <a:t>Whole numbers</a:t>
                      </a:r>
                    </a:p>
                  </a:txBody>
                  <a:tcPr/>
                </a:tc>
                <a:tc>
                  <a:txBody>
                    <a:bodyPr/>
                    <a:lstStyle/>
                    <a:p>
                      <a:r>
                        <a:rPr lang="en-US"/>
                        <a:t>1870</a:t>
                      </a:r>
                    </a:p>
                  </a:txBody>
                  <a:tcPr/>
                </a:tc>
                <a:extLst>
                  <a:ext uri="{0D108BD9-81ED-4DB2-BD59-A6C34878D82A}">
                    <a16:rowId xmlns:a16="http://schemas.microsoft.com/office/drawing/2014/main" val="1004477204"/>
                  </a:ext>
                </a:extLst>
              </a:tr>
              <a:tr h="471088">
                <a:tc>
                  <a:txBody>
                    <a:bodyPr/>
                    <a:lstStyle/>
                    <a:p>
                      <a:r>
                        <a:rPr lang="en-US"/>
                        <a:t>Float</a:t>
                      </a:r>
                    </a:p>
                  </a:txBody>
                  <a:tcPr/>
                </a:tc>
                <a:tc>
                  <a:txBody>
                    <a:bodyPr/>
                    <a:lstStyle/>
                    <a:p>
                      <a:r>
                        <a:rPr lang="en-US"/>
                        <a:t>float</a:t>
                      </a:r>
                    </a:p>
                  </a:txBody>
                  <a:tcPr/>
                </a:tc>
                <a:tc>
                  <a:txBody>
                    <a:bodyPr/>
                    <a:lstStyle/>
                    <a:p>
                      <a:r>
                        <a:rPr lang="en-US"/>
                        <a:t>Numeric</a:t>
                      </a:r>
                    </a:p>
                  </a:txBody>
                  <a:tcPr/>
                </a:tc>
                <a:tc>
                  <a:txBody>
                    <a:bodyPr/>
                    <a:lstStyle/>
                    <a:p>
                      <a:r>
                        <a:rPr lang="en-US"/>
                        <a:t>Decimal numbers</a:t>
                      </a:r>
                    </a:p>
                  </a:txBody>
                  <a:tcPr/>
                </a:tc>
                <a:tc>
                  <a:txBody>
                    <a:bodyPr/>
                    <a:lstStyle/>
                    <a:p>
                      <a:r>
                        <a:rPr lang="en-US"/>
                        <a:t>3.14</a:t>
                      </a:r>
                    </a:p>
                  </a:txBody>
                  <a:tcPr/>
                </a:tc>
                <a:extLst>
                  <a:ext uri="{0D108BD9-81ED-4DB2-BD59-A6C34878D82A}">
                    <a16:rowId xmlns:a16="http://schemas.microsoft.com/office/drawing/2014/main" val="1774966907"/>
                  </a:ext>
                </a:extLst>
              </a:tr>
              <a:tr h="471088">
                <a:tc>
                  <a:txBody>
                    <a:bodyPr/>
                    <a:lstStyle/>
                    <a:p>
                      <a:r>
                        <a:rPr lang="en-US"/>
                        <a:t>Boolean</a:t>
                      </a:r>
                    </a:p>
                  </a:txBody>
                  <a:tcPr/>
                </a:tc>
                <a:tc>
                  <a:txBody>
                    <a:bodyPr/>
                    <a:lstStyle/>
                    <a:p>
                      <a:r>
                        <a:rPr lang="en-US"/>
                        <a:t>bool</a:t>
                      </a:r>
                    </a:p>
                  </a:txBody>
                  <a:tcPr/>
                </a:tc>
                <a:tc>
                  <a:txBody>
                    <a:bodyPr/>
                    <a:lstStyle/>
                    <a:p>
                      <a:r>
                        <a:rPr lang="en-US"/>
                        <a:t>Boolean</a:t>
                      </a:r>
                    </a:p>
                  </a:txBody>
                  <a:tcPr/>
                </a:tc>
                <a:tc>
                  <a:txBody>
                    <a:bodyPr/>
                    <a:lstStyle/>
                    <a:p>
                      <a:r>
                        <a:rPr lang="en-US"/>
                        <a:t>True/False values</a:t>
                      </a:r>
                    </a:p>
                  </a:txBody>
                  <a:tcPr/>
                </a:tc>
                <a:tc>
                  <a:txBody>
                    <a:bodyPr/>
                    <a:lstStyle/>
                    <a:p>
                      <a:r>
                        <a:rPr lang="en-US"/>
                        <a:t>True</a:t>
                      </a:r>
                    </a:p>
                  </a:txBody>
                  <a:tcPr/>
                </a:tc>
                <a:extLst>
                  <a:ext uri="{0D108BD9-81ED-4DB2-BD59-A6C34878D82A}">
                    <a16:rowId xmlns:a16="http://schemas.microsoft.com/office/drawing/2014/main" val="689758177"/>
                  </a:ext>
                </a:extLst>
              </a:tr>
              <a:tr h="697561">
                <a:tc>
                  <a:txBody>
                    <a:bodyPr/>
                    <a:lstStyle/>
                    <a:p>
                      <a:r>
                        <a:rPr lang="en-US"/>
                        <a:t>List</a:t>
                      </a:r>
                    </a:p>
                  </a:txBody>
                  <a:tcPr/>
                </a:tc>
                <a:tc>
                  <a:txBody>
                    <a:bodyPr/>
                    <a:lstStyle/>
                    <a:p>
                      <a:r>
                        <a:rPr lang="en-US"/>
                        <a:t>list</a:t>
                      </a:r>
                    </a:p>
                  </a:txBody>
                  <a:tcPr/>
                </a:tc>
                <a:tc>
                  <a:txBody>
                    <a:bodyPr/>
                    <a:lstStyle/>
                    <a:p>
                      <a:r>
                        <a:rPr lang="en-US"/>
                        <a:t>Sequence</a:t>
                      </a:r>
                    </a:p>
                  </a:txBody>
                  <a:tcPr/>
                </a:tc>
                <a:tc>
                  <a:txBody>
                    <a:bodyPr/>
                    <a:lstStyle/>
                    <a:p>
                      <a:r>
                        <a:rPr lang="en-US"/>
                        <a:t>Ordered, mutable collection</a:t>
                      </a:r>
                    </a:p>
                  </a:txBody>
                  <a:tcPr/>
                </a:tc>
                <a:tc>
                  <a:txBody>
                    <a:bodyPr/>
                    <a:lstStyle/>
                    <a:p>
                      <a:r>
                        <a:rPr lang="en-US"/>
                        <a:t>[ "The Ohio State University" , 1870 ]</a:t>
                      </a:r>
                    </a:p>
                  </a:txBody>
                  <a:tcPr/>
                </a:tc>
                <a:extLst>
                  <a:ext uri="{0D108BD9-81ED-4DB2-BD59-A6C34878D82A}">
                    <a16:rowId xmlns:a16="http://schemas.microsoft.com/office/drawing/2014/main" val="427944682"/>
                  </a:ext>
                </a:extLst>
              </a:tr>
              <a:tr h="471088">
                <a:tc>
                  <a:txBody>
                    <a:bodyPr/>
                    <a:lstStyle/>
                    <a:p>
                      <a:r>
                        <a:rPr lang="en-US"/>
                        <a:t>Dictionary</a:t>
                      </a:r>
                    </a:p>
                  </a:txBody>
                  <a:tcPr/>
                </a:tc>
                <a:tc>
                  <a:txBody>
                    <a:bodyPr/>
                    <a:lstStyle/>
                    <a:p>
                      <a:r>
                        <a:rPr lang="en-US" err="1"/>
                        <a:t>dict</a:t>
                      </a:r>
                      <a:endParaRPr lang="en-US"/>
                    </a:p>
                  </a:txBody>
                  <a:tcPr/>
                </a:tc>
                <a:tc>
                  <a:txBody>
                    <a:bodyPr/>
                    <a:lstStyle/>
                    <a:p>
                      <a:r>
                        <a:rPr lang="en-US"/>
                        <a:t>Mapping</a:t>
                      </a:r>
                    </a:p>
                  </a:txBody>
                  <a:tcPr/>
                </a:tc>
                <a:tc>
                  <a:txBody>
                    <a:bodyPr/>
                    <a:lstStyle/>
                    <a:p>
                      <a:r>
                        <a:rPr lang="en-US"/>
                        <a:t>Key-value pairs</a:t>
                      </a:r>
                    </a:p>
                  </a:txBody>
                  <a:tcPr/>
                </a:tc>
                <a:tc>
                  <a:txBody>
                    <a:bodyPr/>
                    <a:lstStyle/>
                    <a:p>
                      <a:r>
                        <a:rPr lang="en-US"/>
                        <a:t>{ "</a:t>
                      </a:r>
                      <a:r>
                        <a:rPr lang="en-US" err="1"/>
                        <a:t>institution_name</a:t>
                      </a:r>
                      <a:r>
                        <a:rPr lang="en-US"/>
                        <a:t>" : "The Ohio State University" , "</a:t>
                      </a:r>
                      <a:r>
                        <a:rPr lang="en-US" err="1"/>
                        <a:t>year_founded</a:t>
                      </a:r>
                      <a:r>
                        <a:rPr lang="en-US"/>
                        <a:t>" : 1870 }</a:t>
                      </a:r>
                    </a:p>
                  </a:txBody>
                  <a:tcPr/>
                </a:tc>
                <a:extLst>
                  <a:ext uri="{0D108BD9-81ED-4DB2-BD59-A6C34878D82A}">
                    <a16:rowId xmlns:a16="http://schemas.microsoft.com/office/drawing/2014/main" val="871282811"/>
                  </a:ext>
                </a:extLst>
              </a:tr>
              <a:tr h="697561">
                <a:tc>
                  <a:txBody>
                    <a:bodyPr/>
                    <a:lstStyle/>
                    <a:p>
                      <a:r>
                        <a:rPr lang="en-US"/>
                        <a:t>Tuple</a:t>
                      </a:r>
                    </a:p>
                  </a:txBody>
                  <a:tcPr/>
                </a:tc>
                <a:tc>
                  <a:txBody>
                    <a:bodyPr/>
                    <a:lstStyle/>
                    <a:p>
                      <a:r>
                        <a:rPr lang="en-US"/>
                        <a:t>tuple</a:t>
                      </a:r>
                    </a:p>
                  </a:txBody>
                  <a:tcPr/>
                </a:tc>
                <a:tc>
                  <a:txBody>
                    <a:bodyPr/>
                    <a:lstStyle/>
                    <a:p>
                      <a:r>
                        <a:rPr lang="en-US"/>
                        <a:t>Sequence</a:t>
                      </a:r>
                    </a:p>
                  </a:txBody>
                  <a:tcPr/>
                </a:tc>
                <a:tc>
                  <a:txBody>
                    <a:bodyPr/>
                    <a:lstStyle/>
                    <a:p>
                      <a:r>
                        <a:rPr lang="en-US"/>
                        <a:t>Ordered, immutable collection</a:t>
                      </a:r>
                    </a:p>
                  </a:txBody>
                  <a:tcPr/>
                </a:tc>
                <a:tc>
                  <a:txBody>
                    <a:bodyPr/>
                    <a:lstStyle/>
                    <a:p>
                      <a:r>
                        <a:rPr lang="en-US"/>
                        <a:t>( "The Ohio State University" , 1870)</a:t>
                      </a:r>
                    </a:p>
                  </a:txBody>
                  <a:tcPr/>
                </a:tc>
                <a:extLst>
                  <a:ext uri="{0D108BD9-81ED-4DB2-BD59-A6C34878D82A}">
                    <a16:rowId xmlns:a16="http://schemas.microsoft.com/office/drawing/2014/main" val="2245224176"/>
                  </a:ext>
                </a:extLst>
              </a:tr>
            </a:tbl>
          </a:graphicData>
        </a:graphic>
      </p:graphicFrame>
    </p:spTree>
    <p:extLst>
      <p:ext uri="{BB962C8B-B14F-4D97-AF65-F5344CB8AC3E}">
        <p14:creationId xmlns:p14="http://schemas.microsoft.com/office/powerpoint/2010/main" val="2840503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B1CE9F-FFBE-2E7E-4681-B8974CE39011}"/>
              </a:ext>
            </a:extLst>
          </p:cNvPr>
          <p:cNvSpPr>
            <a:spLocks noGrp="1"/>
          </p:cNvSpPr>
          <p:nvPr>
            <p:ph type="sldNum" sz="quarter" idx="12"/>
          </p:nvPr>
        </p:nvSpPr>
        <p:spPr/>
        <p:txBody>
          <a:bodyPr/>
          <a:lstStyle/>
          <a:p>
            <a:fld id="{DFA4CD3D-26C8-47FF-8D13-9B32BAAB4735}" type="slidenum">
              <a:rPr lang="en-US" smtClean="0"/>
              <a:t>9</a:t>
            </a:fld>
            <a:endParaRPr lang="en-US"/>
          </a:p>
        </p:txBody>
      </p:sp>
      <p:sp>
        <p:nvSpPr>
          <p:cNvPr id="3" name="Title 2">
            <a:extLst>
              <a:ext uri="{FF2B5EF4-FFF2-40B4-BE49-F238E27FC236}">
                <a16:creationId xmlns:a16="http://schemas.microsoft.com/office/drawing/2014/main" id="{01DA1D04-4E77-33BE-8FCD-9CD7828A94BD}"/>
              </a:ext>
            </a:extLst>
          </p:cNvPr>
          <p:cNvSpPr>
            <a:spLocks noGrp="1"/>
          </p:cNvSpPr>
          <p:nvPr>
            <p:ph type="title"/>
          </p:nvPr>
        </p:nvSpPr>
        <p:spPr/>
        <p:txBody>
          <a:bodyPr/>
          <a:lstStyle/>
          <a:p>
            <a:r>
              <a:rPr lang="en-US" err="1"/>
              <a:t>Mutuable</a:t>
            </a:r>
            <a:r>
              <a:rPr lang="en-US"/>
              <a:t> vs. Immutable</a:t>
            </a:r>
          </a:p>
        </p:txBody>
      </p:sp>
      <p:sp>
        <p:nvSpPr>
          <p:cNvPr id="5" name="Content Placeholder 4">
            <a:extLst>
              <a:ext uri="{FF2B5EF4-FFF2-40B4-BE49-F238E27FC236}">
                <a16:creationId xmlns:a16="http://schemas.microsoft.com/office/drawing/2014/main" id="{3497A7AC-3ED3-75AB-5E40-E4F8638A7B90}"/>
              </a:ext>
            </a:extLst>
          </p:cNvPr>
          <p:cNvSpPr>
            <a:spLocks noGrp="1"/>
          </p:cNvSpPr>
          <p:nvPr>
            <p:ph idx="1"/>
          </p:nvPr>
        </p:nvSpPr>
        <p:spPr/>
        <p:txBody>
          <a:bodyPr/>
          <a:lstStyle/>
          <a:p>
            <a:pPr marL="342900" indent="-342900">
              <a:buFont typeface="Arial" panose="020B0604020202020204" pitchFamily="34" charset="0"/>
              <a:buChar char="•"/>
            </a:pPr>
            <a:r>
              <a:rPr lang="en-US" b="1" err="1"/>
              <a:t>Mutuable</a:t>
            </a:r>
            <a:r>
              <a:rPr lang="en-US" b="1"/>
              <a:t> types: </a:t>
            </a:r>
            <a:r>
              <a:rPr lang="en-US"/>
              <a:t>Lists, dictionaries, and strings can be modified after creation.</a:t>
            </a:r>
          </a:p>
          <a:p>
            <a:pPr marL="342900" indent="-342900">
              <a:buFont typeface="Arial" panose="020B0604020202020204" pitchFamily="34" charset="0"/>
              <a:buChar char="•"/>
            </a:pPr>
            <a:r>
              <a:rPr lang="en-US" b="1"/>
              <a:t>Immutable types:</a:t>
            </a:r>
            <a:r>
              <a:rPr lang="en-US"/>
              <a:t> Tuples cannot be changed once defined</a:t>
            </a:r>
            <a:endParaRPr lang="en-US" b="1"/>
          </a:p>
        </p:txBody>
      </p:sp>
    </p:spTree>
    <p:extLst>
      <p:ext uri="{BB962C8B-B14F-4D97-AF65-F5344CB8AC3E}">
        <p14:creationId xmlns:p14="http://schemas.microsoft.com/office/powerpoint/2010/main" val="2492060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678039-1E00-9436-8868-91EF79378DF3}"/>
              </a:ext>
            </a:extLst>
          </p:cNvPr>
          <p:cNvSpPr>
            <a:spLocks noGrp="1"/>
          </p:cNvSpPr>
          <p:nvPr>
            <p:ph type="sldNum" sz="quarter" idx="12"/>
          </p:nvPr>
        </p:nvSpPr>
        <p:spPr/>
        <p:txBody>
          <a:bodyPr/>
          <a:lstStyle/>
          <a:p>
            <a:fld id="{DFA4CD3D-26C8-47FF-8D13-9B32BAAB4735}" type="slidenum">
              <a:rPr lang="en-US" smtClean="0"/>
              <a:t>10</a:t>
            </a:fld>
            <a:endParaRPr lang="en-US"/>
          </a:p>
        </p:txBody>
      </p:sp>
      <p:sp>
        <p:nvSpPr>
          <p:cNvPr id="3" name="Title 2">
            <a:extLst>
              <a:ext uri="{FF2B5EF4-FFF2-40B4-BE49-F238E27FC236}">
                <a16:creationId xmlns:a16="http://schemas.microsoft.com/office/drawing/2014/main" id="{BE9B6320-D314-1449-71B6-9FA8B153D8F9}"/>
              </a:ext>
            </a:extLst>
          </p:cNvPr>
          <p:cNvSpPr>
            <a:spLocks noGrp="1"/>
          </p:cNvSpPr>
          <p:nvPr>
            <p:ph type="title"/>
          </p:nvPr>
        </p:nvSpPr>
        <p:spPr/>
        <p:txBody>
          <a:bodyPr/>
          <a:lstStyle/>
          <a:p>
            <a:r>
              <a:rPr lang="en-US"/>
              <a:t>Working with variables</a:t>
            </a:r>
          </a:p>
        </p:txBody>
      </p:sp>
      <p:sp>
        <p:nvSpPr>
          <p:cNvPr id="10" name="Flowchart: Alternate Process 9">
            <a:extLst>
              <a:ext uri="{FF2B5EF4-FFF2-40B4-BE49-F238E27FC236}">
                <a16:creationId xmlns:a16="http://schemas.microsoft.com/office/drawing/2014/main" id="{3960C13A-303A-313D-E0AE-639BDC468E75}"/>
              </a:ext>
            </a:extLst>
          </p:cNvPr>
          <p:cNvSpPr/>
          <p:nvPr/>
        </p:nvSpPr>
        <p:spPr>
          <a:xfrm>
            <a:off x="645459" y="1819836"/>
            <a:ext cx="11053482" cy="25639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institution_name</a:t>
            </a:r>
            <a:r>
              <a:rPr lang="en-US">
                <a:solidFill>
                  <a:schemeClr val="tx1"/>
                </a:solidFill>
                <a:latin typeface="Courier New" panose="02070309020205020404" pitchFamily="49" charset="0"/>
                <a:cs typeface="Courier New" panose="02070309020205020404" pitchFamily="49" charset="0"/>
              </a:rPr>
              <a:t> = "</a:t>
            </a:r>
            <a:r>
              <a:rPr lang="en-US">
                <a:solidFill>
                  <a:schemeClr val="accent6">
                    <a:lumMod val="75000"/>
                  </a:schemeClr>
                </a:solidFill>
                <a:latin typeface="Courier New" panose="02070309020205020404" pitchFamily="49" charset="0"/>
                <a:cs typeface="Courier New" panose="02070309020205020404" pitchFamily="49" charset="0"/>
              </a:rPr>
              <a:t>The Ohio State University</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year_founded</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1870</a:t>
            </a:r>
          </a:p>
          <a:p>
            <a:r>
              <a:rPr lang="en-US" err="1">
                <a:solidFill>
                  <a:schemeClr val="tx1"/>
                </a:solidFill>
                <a:latin typeface="Courier New" panose="02070309020205020404" pitchFamily="49" charset="0"/>
                <a:cs typeface="Courier New" panose="02070309020205020404" pitchFamily="49" charset="0"/>
              </a:rPr>
              <a:t>university_facts</a:t>
            </a:r>
            <a:r>
              <a:rPr lang="en-US">
                <a:solidFill>
                  <a:schemeClr val="tx1"/>
                </a:solidFill>
                <a:latin typeface="Courier New" panose="02070309020205020404" pitchFamily="49" charset="0"/>
                <a:cs typeface="Courier New" panose="02070309020205020404" pitchFamily="49" charset="0"/>
              </a:rPr>
              <a:t> = {"</a:t>
            </a:r>
            <a:r>
              <a:rPr lang="en-US" err="1">
                <a:solidFill>
                  <a:schemeClr val="accent6">
                    <a:lumMod val="75000"/>
                  </a:schemeClr>
                </a:solidFill>
                <a:latin typeface="Courier New" panose="02070309020205020404" pitchFamily="49" charset="0"/>
                <a:cs typeface="Courier New" panose="02070309020205020404" pitchFamily="49" charset="0"/>
              </a:rPr>
              <a:t>institution_name</a:t>
            </a:r>
            <a:r>
              <a:rPr lang="en-US">
                <a:solidFill>
                  <a:schemeClr val="tx1"/>
                </a:solidFill>
                <a:latin typeface="Courier New" panose="02070309020205020404" pitchFamily="49" charset="0"/>
                <a:cs typeface="Courier New" panose="02070309020205020404" pitchFamily="49" charset="0"/>
              </a:rPr>
              <a:t>" : "</a:t>
            </a:r>
            <a:r>
              <a:rPr lang="en-US">
                <a:solidFill>
                  <a:schemeClr val="accent6">
                    <a:lumMod val="75000"/>
                  </a:schemeClr>
                </a:solidFill>
                <a:latin typeface="Courier New" panose="02070309020205020404" pitchFamily="49" charset="0"/>
                <a:cs typeface="Courier New" panose="02070309020205020404" pitchFamily="49" charset="0"/>
              </a:rPr>
              <a:t>The Ohio State University</a:t>
            </a:r>
            <a:r>
              <a:rPr lang="en-US">
                <a:solidFill>
                  <a:schemeClr val="tx1"/>
                </a:solidFill>
                <a:latin typeface="Courier New" panose="02070309020205020404" pitchFamily="49" charset="0"/>
                <a:cs typeface="Courier New" panose="02070309020205020404" pitchFamily="49" charset="0"/>
              </a:rPr>
              <a:t>", "</a:t>
            </a:r>
            <a:r>
              <a:rPr lang="en-US" err="1">
                <a:solidFill>
                  <a:schemeClr val="accent6">
                    <a:lumMod val="75000"/>
                  </a:schemeClr>
                </a:solidFill>
                <a:latin typeface="Courier New" panose="02070309020205020404" pitchFamily="49" charset="0"/>
                <a:cs typeface="Courier New" panose="02070309020205020404" pitchFamily="49" charset="0"/>
              </a:rPr>
              <a:t>year_founded</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1870</a:t>
            </a:r>
            <a:r>
              <a:rPr lang="en-US">
                <a:solidFill>
                  <a:schemeClr val="tx1"/>
                </a:solidFill>
                <a:latin typeface="Courier New" panose="02070309020205020404" pitchFamily="49" charset="0"/>
                <a:cs typeface="Courier New" panose="02070309020205020404" pitchFamily="49" charset="0"/>
              </a:rPr>
              <a:t>, "</a:t>
            </a:r>
            <a:r>
              <a:rPr lang="en-US" err="1">
                <a:solidFill>
                  <a:schemeClr val="accent6">
                    <a:lumMod val="75000"/>
                  </a:schemeClr>
                </a:solidFill>
                <a:latin typeface="Courier New" panose="02070309020205020404" pitchFamily="49" charset="0"/>
                <a:cs typeface="Courier New" panose="02070309020205020404" pitchFamily="49" charset="0"/>
              </a:rPr>
              <a:t>school_colors</a:t>
            </a:r>
            <a:r>
              <a:rPr lang="en-US">
                <a:solidFill>
                  <a:schemeClr val="tx1"/>
                </a:solidFill>
                <a:latin typeface="Courier New" panose="02070309020205020404" pitchFamily="49" charset="0"/>
                <a:cs typeface="Courier New" panose="02070309020205020404" pitchFamily="49" charset="0"/>
              </a:rPr>
              <a:t>" : "</a:t>
            </a:r>
            <a:r>
              <a:rPr lang="en-US">
                <a:solidFill>
                  <a:schemeClr val="accent6">
                    <a:lumMod val="75000"/>
                  </a:schemeClr>
                </a:solidFill>
                <a:latin typeface="Courier New" panose="02070309020205020404" pitchFamily="49" charset="0"/>
                <a:cs typeface="Courier New" panose="02070309020205020404" pitchFamily="49" charset="0"/>
              </a:rPr>
              <a:t>scarlet &amp; grey</a:t>
            </a:r>
            <a:r>
              <a:rPr lang="en-US">
                <a:solidFill>
                  <a:schemeClr val="tx1"/>
                </a:solidFill>
                <a:latin typeface="Courier New" panose="02070309020205020404" pitchFamily="49" charset="0"/>
                <a:cs typeface="Courier New" panose="02070309020205020404" pitchFamily="49" charset="0"/>
              </a:rPr>
              <a:t>", "</a:t>
            </a:r>
            <a:r>
              <a:rPr lang="en-US">
                <a:solidFill>
                  <a:schemeClr val="accent6">
                    <a:lumMod val="75000"/>
                  </a:schemeClr>
                </a:solidFill>
                <a:latin typeface="Courier New" panose="02070309020205020404" pitchFamily="49" charset="0"/>
                <a:cs typeface="Courier New" panose="02070309020205020404" pitchFamily="49" charset="0"/>
              </a:rPr>
              <a:t>mascot</a:t>
            </a:r>
            <a:r>
              <a:rPr lang="en-US">
                <a:solidFill>
                  <a:schemeClr val="tx1"/>
                </a:solidFill>
                <a:latin typeface="Courier New" panose="02070309020205020404" pitchFamily="49" charset="0"/>
                <a:cs typeface="Courier New" panose="02070309020205020404" pitchFamily="49" charset="0"/>
              </a:rPr>
              <a:t>" : "</a:t>
            </a:r>
            <a:r>
              <a:rPr lang="en-US">
                <a:solidFill>
                  <a:schemeClr val="accent6">
                    <a:lumMod val="75000"/>
                  </a:schemeClr>
                </a:solidFill>
                <a:latin typeface="Courier New" panose="02070309020205020404" pitchFamily="49" charset="0"/>
                <a:cs typeface="Courier New" panose="02070309020205020404" pitchFamily="49" charset="0"/>
              </a:rPr>
              <a:t>Brutus Buckeye</a:t>
            </a:r>
            <a:r>
              <a:rPr lang="en-US">
                <a:solidFill>
                  <a:schemeClr val="tx1"/>
                </a:solidFill>
                <a:latin typeface="Courier New" panose="02070309020205020404" pitchFamily="49" charset="0"/>
                <a:cs typeface="Courier New" panose="02070309020205020404" pitchFamily="49" charset="0"/>
              </a:rPr>
              <a:t>" , "</a:t>
            </a:r>
            <a:r>
              <a:rPr lang="en-US">
                <a:solidFill>
                  <a:schemeClr val="accent6">
                    <a:lumMod val="75000"/>
                  </a:schemeClr>
                </a:solidFill>
                <a:latin typeface="Courier New" panose="02070309020205020404" pitchFamily="49" charset="0"/>
                <a:cs typeface="Courier New" panose="02070309020205020404" pitchFamily="49" charset="0"/>
              </a:rPr>
              <a:t>students</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60046 </a:t>
            </a:r>
            <a:r>
              <a:rPr lang="en-US">
                <a:solidFill>
                  <a:schemeClr val="tx1"/>
                </a:solidFill>
                <a:latin typeface="Courier New" panose="02070309020205020404" pitchFamily="49" charset="0"/>
                <a:cs typeface="Courier New" panose="02070309020205020404" pitchFamily="49" charset="0"/>
              </a:rPr>
              <a:t>, "</a:t>
            </a:r>
            <a:r>
              <a:rPr lang="en-US">
                <a:solidFill>
                  <a:schemeClr val="accent6">
                    <a:lumMod val="75000"/>
                  </a:schemeClr>
                </a:solidFill>
                <a:latin typeface="Courier New" panose="02070309020205020404" pitchFamily="49" charset="0"/>
                <a:cs typeface="Courier New" panose="02070309020205020404" pitchFamily="49" charset="0"/>
              </a:rPr>
              <a:t>endowment</a:t>
            </a:r>
            <a:r>
              <a:rPr lang="en-US">
                <a:solidFill>
                  <a:schemeClr val="tx1"/>
                </a:solidFill>
                <a:latin typeface="Courier New" panose="02070309020205020404" pitchFamily="49" charset="0"/>
                <a:cs typeface="Courier New" panose="02070309020205020404" pitchFamily="49" charset="0"/>
              </a:rPr>
              <a:t>": </a:t>
            </a:r>
            <a:r>
              <a:rPr lang="en-US">
                <a:solidFill>
                  <a:srgbClr val="C00000"/>
                </a:solidFill>
                <a:latin typeface="Courier New" panose="02070309020205020404" pitchFamily="49" charset="0"/>
                <a:cs typeface="Courier New" panose="02070309020205020404" pitchFamily="49" charset="0"/>
              </a:rPr>
              <a:t>7.9</a:t>
            </a:r>
            <a:r>
              <a:rPr lang="en-US">
                <a:solidFill>
                  <a:schemeClr val="tx1"/>
                </a:solidFill>
                <a:latin typeface="Courier New" panose="02070309020205020404" pitchFamily="49" charset="0"/>
                <a:cs typeface="Courier New" panose="02070309020205020404" pitchFamily="49" charset="0"/>
              </a:rPr>
              <a:t> }</a:t>
            </a:r>
          </a:p>
          <a:p>
            <a:r>
              <a:rPr lang="en-US" err="1">
                <a:solidFill>
                  <a:schemeClr val="tx1"/>
                </a:solidFill>
                <a:latin typeface="Courier New" panose="02070309020205020404" pitchFamily="49" charset="0"/>
                <a:cs typeface="Courier New" panose="02070309020205020404" pitchFamily="49" charset="0"/>
              </a:rPr>
              <a:t>fact_list</a:t>
            </a:r>
            <a:r>
              <a:rPr lang="en-US">
                <a:solidFill>
                  <a:schemeClr val="tx1"/>
                </a:solidFill>
                <a:latin typeface="Courier New" panose="02070309020205020404" pitchFamily="49" charset="0"/>
                <a:cs typeface="Courier New" panose="02070309020205020404" pitchFamily="49" charset="0"/>
              </a:rPr>
              <a:t> = ["</a:t>
            </a:r>
            <a:r>
              <a:rPr lang="en-US">
                <a:solidFill>
                  <a:schemeClr val="accent6">
                    <a:lumMod val="75000"/>
                  </a:schemeClr>
                </a:solidFill>
                <a:latin typeface="Courier New" panose="02070309020205020404" pitchFamily="49" charset="0"/>
                <a:cs typeface="Courier New" panose="02070309020205020404" pitchFamily="49" charset="0"/>
              </a:rPr>
              <a:t>The Ohio State University</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1870</a:t>
            </a:r>
            <a:r>
              <a:rPr lang="en-US">
                <a:solidFill>
                  <a:schemeClr val="tx1"/>
                </a:solidFill>
                <a:latin typeface="Courier New" panose="02070309020205020404" pitchFamily="49" charset="0"/>
                <a:cs typeface="Courier New" panose="02070309020205020404" pitchFamily="49" charset="0"/>
              </a:rPr>
              <a:t>, "</a:t>
            </a:r>
            <a:r>
              <a:rPr lang="en-US">
                <a:solidFill>
                  <a:schemeClr val="accent6">
                    <a:lumMod val="75000"/>
                  </a:schemeClr>
                </a:solidFill>
                <a:latin typeface="Courier New" panose="02070309020205020404" pitchFamily="49" charset="0"/>
                <a:cs typeface="Courier New" panose="02070309020205020404" pitchFamily="49" charset="0"/>
              </a:rPr>
              <a:t>scarlet &amp; gray</a:t>
            </a:r>
            <a:r>
              <a:rPr lang="en-US">
                <a:solidFill>
                  <a:schemeClr val="tx1"/>
                </a:solidFill>
                <a:latin typeface="Courier New" panose="02070309020205020404" pitchFamily="49" charset="0"/>
                <a:cs typeface="Courier New" panose="02070309020205020404" pitchFamily="49" charset="0"/>
              </a:rPr>
              <a:t>" , "</a:t>
            </a:r>
            <a:r>
              <a:rPr lang="en-US">
                <a:solidFill>
                  <a:schemeClr val="accent6">
                    <a:lumMod val="75000"/>
                  </a:schemeClr>
                </a:solidFill>
                <a:latin typeface="Courier New" panose="02070309020205020404" pitchFamily="49" charset="0"/>
                <a:cs typeface="Courier New" panose="02070309020205020404" pitchFamily="49" charset="0"/>
              </a:rPr>
              <a:t>Brutus Buckeye</a:t>
            </a:r>
            <a:r>
              <a:rPr lang="en-US">
                <a:solidFill>
                  <a:schemeClr val="tx1"/>
                </a:solidFill>
                <a:latin typeface="Courier New" panose="02070309020205020404" pitchFamily="49" charset="0"/>
                <a:cs typeface="Courier New" panose="02070309020205020404" pitchFamily="49" charset="0"/>
              </a:rPr>
              <a:t>", </a:t>
            </a:r>
            <a:r>
              <a:rPr lang="en-US">
                <a:solidFill>
                  <a:srgbClr val="C00000"/>
                </a:solidFill>
                <a:latin typeface="Courier New" panose="02070309020205020404" pitchFamily="49" charset="0"/>
                <a:cs typeface="Courier New" panose="02070309020205020404" pitchFamily="49" charset="0"/>
              </a:rPr>
              <a:t>60046</a:t>
            </a:r>
            <a:r>
              <a:rPr lang="en-US">
                <a:solidFill>
                  <a:schemeClr val="tx1"/>
                </a:solidFill>
                <a:latin typeface="Courier New" panose="02070309020205020404" pitchFamily="49" charset="0"/>
                <a:cs typeface="Courier New" panose="02070309020205020404" pitchFamily="49" charset="0"/>
              </a:rPr>
              <a:t>, </a:t>
            </a:r>
            <a:r>
              <a:rPr lang="en-US">
                <a:solidFill>
                  <a:srgbClr val="C00000"/>
                </a:solidFill>
                <a:latin typeface="Courier New" panose="02070309020205020404" pitchFamily="49" charset="0"/>
                <a:cs typeface="Courier New" panose="02070309020205020404" pitchFamily="49" charset="0"/>
              </a:rPr>
              <a:t>7.9</a:t>
            </a:r>
            <a:r>
              <a:rPr lang="en-US">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643340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45763-0015-2A2E-C255-8D1ED31AFEF0}"/>
              </a:ext>
            </a:extLst>
          </p:cNvPr>
          <p:cNvSpPr>
            <a:spLocks noGrp="1"/>
          </p:cNvSpPr>
          <p:nvPr>
            <p:ph type="sldNum" sz="quarter" idx="12"/>
          </p:nvPr>
        </p:nvSpPr>
        <p:spPr/>
        <p:txBody>
          <a:bodyPr/>
          <a:lstStyle/>
          <a:p>
            <a:fld id="{DFA4CD3D-26C8-47FF-8D13-9B32BAAB4735}" type="slidenum">
              <a:rPr lang="en-US" smtClean="0"/>
              <a:t>11</a:t>
            </a:fld>
            <a:endParaRPr lang="en-US"/>
          </a:p>
        </p:txBody>
      </p:sp>
      <p:sp>
        <p:nvSpPr>
          <p:cNvPr id="3" name="Title 2">
            <a:extLst>
              <a:ext uri="{FF2B5EF4-FFF2-40B4-BE49-F238E27FC236}">
                <a16:creationId xmlns:a16="http://schemas.microsoft.com/office/drawing/2014/main" id="{50B666F5-314A-4318-485B-690E03E234B7}"/>
              </a:ext>
            </a:extLst>
          </p:cNvPr>
          <p:cNvSpPr>
            <a:spLocks noGrp="1"/>
          </p:cNvSpPr>
          <p:nvPr>
            <p:ph type="title"/>
          </p:nvPr>
        </p:nvSpPr>
        <p:spPr/>
        <p:txBody>
          <a:bodyPr/>
          <a:lstStyle/>
          <a:p>
            <a:r>
              <a:rPr lang="en-US"/>
              <a:t>Naming rules</a:t>
            </a:r>
          </a:p>
        </p:txBody>
      </p:sp>
      <p:sp>
        <p:nvSpPr>
          <p:cNvPr id="5" name="Content Placeholder 4">
            <a:extLst>
              <a:ext uri="{FF2B5EF4-FFF2-40B4-BE49-F238E27FC236}">
                <a16:creationId xmlns:a16="http://schemas.microsoft.com/office/drawing/2014/main" id="{BF2F0521-8FC1-441E-D730-CB206EA795F9}"/>
              </a:ext>
            </a:extLst>
          </p:cNvPr>
          <p:cNvSpPr>
            <a:spLocks noGrp="1"/>
          </p:cNvSpPr>
          <p:nvPr>
            <p:ph idx="1"/>
          </p:nvPr>
        </p:nvSpPr>
        <p:spPr/>
        <p:txBody>
          <a:bodyPr/>
          <a:lstStyle/>
          <a:p>
            <a:pPr>
              <a:spcAft>
                <a:spcPts val="1000"/>
              </a:spcAft>
            </a:pPr>
            <a:r>
              <a:rPr lang="en-US"/>
              <a:t>Variables are created using the </a:t>
            </a:r>
            <a:r>
              <a:rPr lang="en-US" b="1">
                <a:solidFill>
                  <a:srgbClr val="7030A0"/>
                </a:solidFill>
              </a:rPr>
              <a:t>=</a:t>
            </a:r>
            <a:r>
              <a:rPr lang="en-US"/>
              <a:t> operator.</a:t>
            </a:r>
            <a:endParaRPr lang="en-US" sz="900"/>
          </a:p>
          <a:p>
            <a:pPr marL="342900" indent="-342900">
              <a:buFont typeface="Arial" panose="020B0604020202020204" pitchFamily="34" charset="0"/>
              <a:buChar char="•"/>
            </a:pPr>
            <a:r>
              <a:rPr lang="en-US"/>
              <a:t>Can include letters, digits, and underscores.</a:t>
            </a:r>
          </a:p>
          <a:p>
            <a:pPr marL="342900" indent="-342900">
              <a:buFont typeface="Arial" panose="020B0604020202020204" pitchFamily="34" charset="0"/>
              <a:buChar char="•"/>
            </a:pPr>
            <a:r>
              <a:rPr lang="en-US"/>
              <a:t>Must </a:t>
            </a:r>
            <a:r>
              <a:rPr lang="en-US" b="1"/>
              <a:t>not</a:t>
            </a:r>
            <a:r>
              <a:rPr lang="en-US"/>
              <a:t> start with a digit.</a:t>
            </a:r>
          </a:p>
          <a:p>
            <a:pPr marL="342900" indent="-342900">
              <a:buFont typeface="Arial" panose="020B0604020202020204" pitchFamily="34" charset="0"/>
              <a:buChar char="•"/>
            </a:pPr>
            <a:r>
              <a:rPr lang="en-US"/>
              <a:t>Cannot contain spaces or special characters (except </a:t>
            </a:r>
            <a:r>
              <a:rPr lang="en-US" b="1">
                <a:solidFill>
                  <a:srgbClr val="7030A0"/>
                </a:solidFill>
              </a:rPr>
              <a:t>_</a:t>
            </a:r>
            <a:r>
              <a:rPr lang="en-US"/>
              <a:t> )</a:t>
            </a:r>
          </a:p>
          <a:p>
            <a:pPr marL="342900" indent="-342900">
              <a:buFont typeface="Arial" panose="020B0604020202020204" pitchFamily="34" charset="0"/>
              <a:buChar char="•"/>
            </a:pPr>
            <a:r>
              <a:rPr lang="en-US"/>
              <a:t>Must </a:t>
            </a:r>
            <a:r>
              <a:rPr lang="en-US" b="1"/>
              <a:t>not</a:t>
            </a:r>
            <a:r>
              <a:rPr lang="en-US"/>
              <a:t> use reserved Pythons keywords.</a:t>
            </a:r>
          </a:p>
        </p:txBody>
      </p:sp>
    </p:spTree>
    <p:extLst>
      <p:ext uri="{BB962C8B-B14F-4D97-AF65-F5344CB8AC3E}">
        <p14:creationId xmlns:p14="http://schemas.microsoft.com/office/powerpoint/2010/main" val="2888913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FEED5A-F7AF-6AE3-F69E-93EA0CBEACE9}"/>
              </a:ext>
            </a:extLst>
          </p:cNvPr>
          <p:cNvSpPr>
            <a:spLocks noGrp="1"/>
          </p:cNvSpPr>
          <p:nvPr>
            <p:ph type="sldNum" sz="quarter" idx="12"/>
          </p:nvPr>
        </p:nvSpPr>
        <p:spPr/>
        <p:txBody>
          <a:bodyPr/>
          <a:lstStyle/>
          <a:p>
            <a:fld id="{DFA4CD3D-26C8-47FF-8D13-9B32BAAB4735}" type="slidenum">
              <a:rPr lang="en-US" smtClean="0"/>
              <a:t>12</a:t>
            </a:fld>
            <a:endParaRPr lang="en-US"/>
          </a:p>
        </p:txBody>
      </p:sp>
      <p:sp>
        <p:nvSpPr>
          <p:cNvPr id="3" name="Title 2">
            <a:extLst>
              <a:ext uri="{FF2B5EF4-FFF2-40B4-BE49-F238E27FC236}">
                <a16:creationId xmlns:a16="http://schemas.microsoft.com/office/drawing/2014/main" id="{82D35642-C9DF-31C9-CDAB-91A1029C312F}"/>
              </a:ext>
            </a:extLst>
          </p:cNvPr>
          <p:cNvSpPr>
            <a:spLocks noGrp="1"/>
          </p:cNvSpPr>
          <p:nvPr>
            <p:ph type="title"/>
          </p:nvPr>
        </p:nvSpPr>
        <p:spPr/>
        <p:txBody>
          <a:bodyPr/>
          <a:lstStyle/>
          <a:p>
            <a:r>
              <a:rPr lang="en-US"/>
              <a:t>Reserved keywords</a:t>
            </a:r>
          </a:p>
        </p:txBody>
      </p:sp>
      <p:sp>
        <p:nvSpPr>
          <p:cNvPr id="5" name="Content Placeholder 4">
            <a:extLst>
              <a:ext uri="{FF2B5EF4-FFF2-40B4-BE49-F238E27FC236}">
                <a16:creationId xmlns:a16="http://schemas.microsoft.com/office/drawing/2014/main" id="{F7975E97-8558-166B-1CAE-39F9D1D15FEA}"/>
              </a:ext>
            </a:extLst>
          </p:cNvPr>
          <p:cNvSpPr>
            <a:spLocks noGrp="1"/>
          </p:cNvSpPr>
          <p:nvPr>
            <p:ph idx="1"/>
          </p:nvPr>
        </p:nvSpPr>
        <p:spPr>
          <a:xfrm>
            <a:off x="396873" y="3450102"/>
            <a:ext cx="11398254" cy="510988"/>
          </a:xfrm>
          <a:noFill/>
        </p:spPr>
        <p:txBody>
          <a:bodyPr/>
          <a:lstStyle/>
          <a:p>
            <a:r>
              <a:rPr lang="en-US"/>
              <a:t>To check a variable's type, use the </a:t>
            </a:r>
            <a:r>
              <a:rPr lang="en-US" b="1">
                <a:solidFill>
                  <a:srgbClr val="7030A0"/>
                </a:solidFill>
              </a:rPr>
              <a:t>type( ) </a:t>
            </a:r>
            <a:r>
              <a:rPr lang="en-US"/>
              <a:t>function.</a:t>
            </a:r>
          </a:p>
          <a:p>
            <a:endParaRPr lang="en-US"/>
          </a:p>
        </p:txBody>
      </p:sp>
      <p:sp>
        <p:nvSpPr>
          <p:cNvPr id="7" name="TextBox 6">
            <a:extLst>
              <a:ext uri="{FF2B5EF4-FFF2-40B4-BE49-F238E27FC236}">
                <a16:creationId xmlns:a16="http://schemas.microsoft.com/office/drawing/2014/main" id="{B27D91AF-31AA-6B4E-4FAB-F95296B1841E}"/>
              </a:ext>
            </a:extLst>
          </p:cNvPr>
          <p:cNvSpPr txBox="1"/>
          <p:nvPr/>
        </p:nvSpPr>
        <p:spPr>
          <a:xfrm>
            <a:off x="396430" y="1737808"/>
            <a:ext cx="11398254" cy="369332"/>
          </a:xfrm>
          <a:prstGeom prst="rect">
            <a:avLst/>
          </a:prstGeom>
          <a:solidFill>
            <a:schemeClr val="bg1"/>
          </a:solidFill>
        </p:spPr>
        <p:txBody>
          <a:bodyPr wrap="square" rtlCol="0">
            <a:spAutoFit/>
          </a:bodyPr>
          <a:lstStyle/>
          <a:p>
            <a:endParaRPr lang="en-US">
              <a:solidFill>
                <a:srgbClr val="7030A0"/>
              </a:solidFill>
              <a:latin typeface="Courier New" panose="02070309020205020404" pitchFamily="49" charset="0"/>
              <a:cs typeface="Courier New" panose="02070309020205020404" pitchFamily="49" charset="0"/>
            </a:endParaRPr>
          </a:p>
        </p:txBody>
      </p:sp>
      <p:sp>
        <p:nvSpPr>
          <p:cNvPr id="8" name="Flowchart: Alternate Process 7">
            <a:extLst>
              <a:ext uri="{FF2B5EF4-FFF2-40B4-BE49-F238E27FC236}">
                <a16:creationId xmlns:a16="http://schemas.microsoft.com/office/drawing/2014/main" id="{51D70708-04FE-4C5A-2335-6B89E0224E48}"/>
              </a:ext>
            </a:extLst>
          </p:cNvPr>
          <p:cNvSpPr/>
          <p:nvPr/>
        </p:nvSpPr>
        <p:spPr>
          <a:xfrm>
            <a:off x="548388" y="4081518"/>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type(</a:t>
            </a:r>
            <a:r>
              <a:rPr lang="en-US" err="1">
                <a:solidFill>
                  <a:schemeClr val="tx1"/>
                </a:solidFill>
                <a:latin typeface="Courier New" panose="02070309020205020404" pitchFamily="49" charset="0"/>
                <a:cs typeface="Courier New" panose="02070309020205020404" pitchFamily="49" charset="0"/>
              </a:rPr>
              <a:t>university_facts</a:t>
            </a:r>
            <a:r>
              <a:rPr lang="en-US">
                <a:solidFill>
                  <a:schemeClr val="tx1"/>
                </a:solidFill>
                <a:latin typeface="Courier New" panose="02070309020205020404" pitchFamily="49" charset="0"/>
                <a:cs typeface="Courier New" panose="02070309020205020404" pitchFamily="49" charset="0"/>
              </a:rPr>
              <a:t>)</a:t>
            </a:r>
          </a:p>
        </p:txBody>
      </p:sp>
      <p:sp>
        <p:nvSpPr>
          <p:cNvPr id="11" name="Flowchart: Alternate Process 10">
            <a:extLst>
              <a:ext uri="{FF2B5EF4-FFF2-40B4-BE49-F238E27FC236}">
                <a16:creationId xmlns:a16="http://schemas.microsoft.com/office/drawing/2014/main" id="{6A0AB80D-463F-B8FB-DBD1-5FE444D14B37}"/>
              </a:ext>
            </a:extLst>
          </p:cNvPr>
          <p:cNvSpPr/>
          <p:nvPr/>
        </p:nvSpPr>
        <p:spPr>
          <a:xfrm>
            <a:off x="548388" y="1890208"/>
            <a:ext cx="11053482" cy="128645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7030A0"/>
                </a:solidFill>
                <a:latin typeface="Courier New" panose="02070309020205020404" pitchFamily="49" charset="0"/>
                <a:cs typeface="Courier New" panose="02070309020205020404" pitchFamily="49" charset="0"/>
              </a:rPr>
              <a:t>False, True, None, and, as, assert, async, await, def, del, </a:t>
            </a:r>
            <a:r>
              <a:rPr lang="en-US" err="1">
                <a:solidFill>
                  <a:srgbClr val="7030A0"/>
                </a:solidFill>
                <a:latin typeface="Courier New" panose="02070309020205020404" pitchFamily="49" charset="0"/>
                <a:cs typeface="Courier New" panose="02070309020205020404" pitchFamily="49" charset="0"/>
              </a:rPr>
              <a:t>elif</a:t>
            </a:r>
            <a:r>
              <a:rPr lang="en-US">
                <a:solidFill>
                  <a:srgbClr val="7030A0"/>
                </a:solidFill>
                <a:latin typeface="Courier New" panose="02070309020205020404" pitchFamily="49" charset="0"/>
                <a:cs typeface="Courier New" panose="02070309020205020404" pitchFamily="49" charset="0"/>
              </a:rPr>
              <a:t>, else, break, class, continue, except, finally, for, from, global, if, import, in, is, lambda, nonlocal, not, or, pass, raise, return, try, while, with, yield</a:t>
            </a:r>
          </a:p>
        </p:txBody>
      </p:sp>
    </p:spTree>
    <p:extLst>
      <p:ext uri="{BB962C8B-B14F-4D97-AF65-F5344CB8AC3E}">
        <p14:creationId xmlns:p14="http://schemas.microsoft.com/office/powerpoint/2010/main" val="1065007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88C4EF-B941-7554-F3C4-647F3E9C7B90}"/>
              </a:ext>
            </a:extLst>
          </p:cNvPr>
          <p:cNvSpPr>
            <a:spLocks noGrp="1"/>
          </p:cNvSpPr>
          <p:nvPr>
            <p:ph type="sldNum" sz="quarter" idx="12"/>
          </p:nvPr>
        </p:nvSpPr>
        <p:spPr/>
        <p:txBody>
          <a:bodyPr/>
          <a:lstStyle/>
          <a:p>
            <a:fld id="{DFA4CD3D-26C8-47FF-8D13-9B32BAAB4735}" type="slidenum">
              <a:rPr lang="en-US" smtClean="0"/>
              <a:t>13</a:t>
            </a:fld>
            <a:endParaRPr lang="en-US"/>
          </a:p>
        </p:txBody>
      </p:sp>
      <p:sp>
        <p:nvSpPr>
          <p:cNvPr id="4" name="Title 3">
            <a:extLst>
              <a:ext uri="{FF2B5EF4-FFF2-40B4-BE49-F238E27FC236}">
                <a16:creationId xmlns:a16="http://schemas.microsoft.com/office/drawing/2014/main" id="{94556906-457A-1F55-132E-D9F3C738E316}"/>
              </a:ext>
            </a:extLst>
          </p:cNvPr>
          <p:cNvSpPr>
            <a:spLocks noGrp="1"/>
          </p:cNvSpPr>
          <p:nvPr>
            <p:ph type="title"/>
          </p:nvPr>
        </p:nvSpPr>
        <p:spPr>
          <a:xfrm>
            <a:off x="396875" y="505254"/>
            <a:ext cx="11398253" cy="838854"/>
          </a:xfrm>
        </p:spPr>
        <p:txBody>
          <a:bodyPr/>
          <a:lstStyle/>
          <a:p>
            <a:r>
              <a:rPr lang="en-US"/>
              <a:t>Basic math operators</a:t>
            </a:r>
          </a:p>
        </p:txBody>
      </p:sp>
      <p:graphicFrame>
        <p:nvGraphicFramePr>
          <p:cNvPr id="8" name="Content Placeholder 7">
            <a:extLst>
              <a:ext uri="{FF2B5EF4-FFF2-40B4-BE49-F238E27FC236}">
                <a16:creationId xmlns:a16="http://schemas.microsoft.com/office/drawing/2014/main" id="{CE149924-7E52-05A0-C5BE-A65E27FC4331}"/>
              </a:ext>
            </a:extLst>
          </p:cNvPr>
          <p:cNvGraphicFramePr>
            <a:graphicFrameLocks noGrp="1"/>
          </p:cNvGraphicFramePr>
          <p:nvPr>
            <p:ph idx="1"/>
            <p:extLst>
              <p:ext uri="{D42A27DB-BD31-4B8C-83A1-F6EECF244321}">
                <p14:modId xmlns:p14="http://schemas.microsoft.com/office/powerpoint/2010/main" val="3694164893"/>
              </p:ext>
            </p:extLst>
          </p:nvPr>
        </p:nvGraphicFramePr>
        <p:xfrm>
          <a:off x="396877" y="1211263"/>
          <a:ext cx="11398248" cy="4820920"/>
        </p:xfrm>
        <a:graphic>
          <a:graphicData uri="http://schemas.openxmlformats.org/drawingml/2006/table">
            <a:tbl>
              <a:tblPr firstRow="1" bandRow="1">
                <a:tableStyleId>{5C22544A-7EE6-4342-B048-85BDC9FD1C3A}</a:tableStyleId>
              </a:tblPr>
              <a:tblGrid>
                <a:gridCol w="3799416">
                  <a:extLst>
                    <a:ext uri="{9D8B030D-6E8A-4147-A177-3AD203B41FA5}">
                      <a16:colId xmlns:a16="http://schemas.microsoft.com/office/drawing/2014/main" val="1639527650"/>
                    </a:ext>
                  </a:extLst>
                </a:gridCol>
                <a:gridCol w="3799416">
                  <a:extLst>
                    <a:ext uri="{9D8B030D-6E8A-4147-A177-3AD203B41FA5}">
                      <a16:colId xmlns:a16="http://schemas.microsoft.com/office/drawing/2014/main" val="1005937585"/>
                    </a:ext>
                  </a:extLst>
                </a:gridCol>
                <a:gridCol w="3799416">
                  <a:extLst>
                    <a:ext uri="{9D8B030D-6E8A-4147-A177-3AD203B41FA5}">
                      <a16:colId xmlns:a16="http://schemas.microsoft.com/office/drawing/2014/main" val="393538559"/>
                    </a:ext>
                  </a:extLst>
                </a:gridCol>
              </a:tblGrid>
              <a:tr h="370840">
                <a:tc>
                  <a:txBody>
                    <a:bodyPr/>
                    <a:lstStyle/>
                    <a:p>
                      <a:r>
                        <a:rPr lang="en-US"/>
                        <a:t>Operation</a:t>
                      </a:r>
                    </a:p>
                  </a:txBody>
                  <a:tcPr/>
                </a:tc>
                <a:tc>
                  <a:txBody>
                    <a:bodyPr/>
                    <a:lstStyle/>
                    <a:p>
                      <a:r>
                        <a:rPr lang="en-US"/>
                        <a:t>Expression</a:t>
                      </a:r>
                    </a:p>
                  </a:txBody>
                  <a:tcPr/>
                </a:tc>
                <a:tc>
                  <a:txBody>
                    <a:bodyPr/>
                    <a:lstStyle/>
                    <a:p>
                      <a:r>
                        <a:rPr lang="en-US"/>
                        <a:t>Result</a:t>
                      </a:r>
                    </a:p>
                  </a:txBody>
                  <a:tcPr/>
                </a:tc>
                <a:extLst>
                  <a:ext uri="{0D108BD9-81ED-4DB2-BD59-A6C34878D82A}">
                    <a16:rowId xmlns:a16="http://schemas.microsoft.com/office/drawing/2014/main" val="580822973"/>
                  </a:ext>
                </a:extLst>
              </a:tr>
              <a:tr h="370840">
                <a:tc>
                  <a:txBody>
                    <a:bodyPr/>
                    <a:lstStyle/>
                    <a:p>
                      <a:r>
                        <a:rPr lang="en-US" b="1"/>
                        <a:t>Addition</a:t>
                      </a:r>
                    </a:p>
                  </a:txBody>
                  <a:tcPr/>
                </a:tc>
                <a:tc>
                  <a:txBody>
                    <a:bodyPr/>
                    <a:lstStyle/>
                    <a:p>
                      <a:r>
                        <a:rPr lang="en-US"/>
                        <a:t>x + y</a:t>
                      </a:r>
                    </a:p>
                  </a:txBody>
                  <a:tcPr/>
                </a:tc>
                <a:tc>
                  <a:txBody>
                    <a:bodyPr/>
                    <a:lstStyle/>
                    <a:p>
                      <a:r>
                        <a:rPr lang="en-US"/>
                        <a:t>Sum of x and y</a:t>
                      </a:r>
                    </a:p>
                  </a:txBody>
                  <a:tcPr/>
                </a:tc>
                <a:extLst>
                  <a:ext uri="{0D108BD9-81ED-4DB2-BD59-A6C34878D82A}">
                    <a16:rowId xmlns:a16="http://schemas.microsoft.com/office/drawing/2014/main" val="1586782942"/>
                  </a:ext>
                </a:extLst>
              </a:tr>
              <a:tr h="370840">
                <a:tc>
                  <a:txBody>
                    <a:bodyPr/>
                    <a:lstStyle/>
                    <a:p>
                      <a:r>
                        <a:rPr lang="en-US" b="1"/>
                        <a:t>Subtraction</a:t>
                      </a:r>
                    </a:p>
                  </a:txBody>
                  <a:tcPr/>
                </a:tc>
                <a:tc>
                  <a:txBody>
                    <a:bodyPr/>
                    <a:lstStyle/>
                    <a:p>
                      <a:r>
                        <a:rPr lang="en-US"/>
                        <a:t>x - y</a:t>
                      </a:r>
                    </a:p>
                  </a:txBody>
                  <a:tcPr/>
                </a:tc>
                <a:tc>
                  <a:txBody>
                    <a:bodyPr/>
                    <a:lstStyle/>
                    <a:p>
                      <a:r>
                        <a:rPr lang="en-US"/>
                        <a:t>Difference of x and y</a:t>
                      </a:r>
                    </a:p>
                  </a:txBody>
                  <a:tcPr/>
                </a:tc>
                <a:extLst>
                  <a:ext uri="{0D108BD9-81ED-4DB2-BD59-A6C34878D82A}">
                    <a16:rowId xmlns:a16="http://schemas.microsoft.com/office/drawing/2014/main" val="1151369631"/>
                  </a:ext>
                </a:extLst>
              </a:tr>
              <a:tr h="370840">
                <a:tc>
                  <a:txBody>
                    <a:bodyPr/>
                    <a:lstStyle/>
                    <a:p>
                      <a:r>
                        <a:rPr lang="en-US" b="1"/>
                        <a:t>Multiplication</a:t>
                      </a:r>
                    </a:p>
                  </a:txBody>
                  <a:tcPr/>
                </a:tc>
                <a:tc>
                  <a:txBody>
                    <a:bodyPr/>
                    <a:lstStyle/>
                    <a:p>
                      <a:r>
                        <a:rPr lang="en-US"/>
                        <a:t>x * y</a:t>
                      </a:r>
                    </a:p>
                  </a:txBody>
                  <a:tcPr/>
                </a:tc>
                <a:tc>
                  <a:txBody>
                    <a:bodyPr/>
                    <a:lstStyle/>
                    <a:p>
                      <a:r>
                        <a:rPr lang="en-US"/>
                        <a:t>Product of x and y</a:t>
                      </a:r>
                    </a:p>
                  </a:txBody>
                  <a:tcPr/>
                </a:tc>
                <a:extLst>
                  <a:ext uri="{0D108BD9-81ED-4DB2-BD59-A6C34878D82A}">
                    <a16:rowId xmlns:a16="http://schemas.microsoft.com/office/drawing/2014/main" val="2378675361"/>
                  </a:ext>
                </a:extLst>
              </a:tr>
              <a:tr h="370840">
                <a:tc>
                  <a:txBody>
                    <a:bodyPr/>
                    <a:lstStyle/>
                    <a:p>
                      <a:r>
                        <a:rPr lang="en-US" b="1"/>
                        <a:t>Division</a:t>
                      </a:r>
                    </a:p>
                  </a:txBody>
                  <a:tcPr/>
                </a:tc>
                <a:tc>
                  <a:txBody>
                    <a:bodyPr/>
                    <a:lstStyle/>
                    <a:p>
                      <a:r>
                        <a:rPr lang="en-US"/>
                        <a:t>x / y</a:t>
                      </a:r>
                    </a:p>
                  </a:txBody>
                  <a:tcPr/>
                </a:tc>
                <a:tc>
                  <a:txBody>
                    <a:bodyPr/>
                    <a:lstStyle/>
                    <a:p>
                      <a:r>
                        <a:rPr lang="en-US"/>
                        <a:t>Quotient of x and y</a:t>
                      </a:r>
                    </a:p>
                  </a:txBody>
                  <a:tcPr/>
                </a:tc>
                <a:extLst>
                  <a:ext uri="{0D108BD9-81ED-4DB2-BD59-A6C34878D82A}">
                    <a16:rowId xmlns:a16="http://schemas.microsoft.com/office/drawing/2014/main" val="3405380582"/>
                  </a:ext>
                </a:extLst>
              </a:tr>
              <a:tr h="370840">
                <a:tc>
                  <a:txBody>
                    <a:bodyPr/>
                    <a:lstStyle/>
                    <a:p>
                      <a:r>
                        <a:rPr lang="en-US" b="1"/>
                        <a:t>Floor Division</a:t>
                      </a:r>
                    </a:p>
                  </a:txBody>
                  <a:tcPr/>
                </a:tc>
                <a:tc>
                  <a:txBody>
                    <a:bodyPr/>
                    <a:lstStyle/>
                    <a:p>
                      <a:r>
                        <a:rPr lang="en-US"/>
                        <a:t>x // y</a:t>
                      </a:r>
                    </a:p>
                  </a:txBody>
                  <a:tcPr/>
                </a:tc>
                <a:tc>
                  <a:txBody>
                    <a:bodyPr/>
                    <a:lstStyle/>
                    <a:p>
                      <a:r>
                        <a:rPr lang="en-US"/>
                        <a:t>Quotient rounded down</a:t>
                      </a:r>
                    </a:p>
                  </a:txBody>
                  <a:tcPr/>
                </a:tc>
                <a:extLst>
                  <a:ext uri="{0D108BD9-81ED-4DB2-BD59-A6C34878D82A}">
                    <a16:rowId xmlns:a16="http://schemas.microsoft.com/office/drawing/2014/main" val="3450009182"/>
                  </a:ext>
                </a:extLst>
              </a:tr>
              <a:tr h="370840">
                <a:tc>
                  <a:txBody>
                    <a:bodyPr/>
                    <a:lstStyle/>
                    <a:p>
                      <a:r>
                        <a:rPr lang="en-US" b="1"/>
                        <a:t>Modulus</a:t>
                      </a:r>
                    </a:p>
                  </a:txBody>
                  <a:tcPr/>
                </a:tc>
                <a:tc>
                  <a:txBody>
                    <a:bodyPr/>
                    <a:lstStyle/>
                    <a:p>
                      <a:r>
                        <a:rPr lang="en-US"/>
                        <a:t>x % y</a:t>
                      </a:r>
                    </a:p>
                  </a:txBody>
                  <a:tcPr/>
                </a:tc>
                <a:tc>
                  <a:txBody>
                    <a:bodyPr/>
                    <a:lstStyle/>
                    <a:p>
                      <a:r>
                        <a:rPr lang="en-US"/>
                        <a:t>Remainder of x divided by y</a:t>
                      </a:r>
                    </a:p>
                  </a:txBody>
                  <a:tcPr/>
                </a:tc>
                <a:extLst>
                  <a:ext uri="{0D108BD9-81ED-4DB2-BD59-A6C34878D82A}">
                    <a16:rowId xmlns:a16="http://schemas.microsoft.com/office/drawing/2014/main" val="2705643391"/>
                  </a:ext>
                </a:extLst>
              </a:tr>
              <a:tr h="370840">
                <a:tc>
                  <a:txBody>
                    <a:bodyPr/>
                    <a:lstStyle/>
                    <a:p>
                      <a:r>
                        <a:rPr lang="en-US" b="1"/>
                        <a:t>Exponentiation</a:t>
                      </a:r>
                    </a:p>
                  </a:txBody>
                  <a:tcPr/>
                </a:tc>
                <a:tc>
                  <a:txBody>
                    <a:bodyPr/>
                    <a:lstStyle/>
                    <a:p>
                      <a:r>
                        <a:rPr lang="en-US"/>
                        <a:t>x ** y</a:t>
                      </a:r>
                    </a:p>
                  </a:txBody>
                  <a:tcPr/>
                </a:tc>
                <a:tc>
                  <a:txBody>
                    <a:bodyPr/>
                    <a:lstStyle/>
                    <a:p>
                      <a:r>
                        <a:rPr lang="en-US"/>
                        <a:t>x raised to the power of y</a:t>
                      </a:r>
                    </a:p>
                  </a:txBody>
                  <a:tcPr/>
                </a:tc>
                <a:extLst>
                  <a:ext uri="{0D108BD9-81ED-4DB2-BD59-A6C34878D82A}">
                    <a16:rowId xmlns:a16="http://schemas.microsoft.com/office/drawing/2014/main" val="2104896521"/>
                  </a:ext>
                </a:extLst>
              </a:tr>
              <a:tr h="370840">
                <a:tc>
                  <a:txBody>
                    <a:bodyPr/>
                    <a:lstStyle/>
                    <a:p>
                      <a:r>
                        <a:rPr lang="en-US" b="1"/>
                        <a:t>Negation</a:t>
                      </a:r>
                    </a:p>
                  </a:txBody>
                  <a:tcPr/>
                </a:tc>
                <a:tc>
                  <a:txBody>
                    <a:bodyPr/>
                    <a:lstStyle/>
                    <a:p>
                      <a:r>
                        <a:rPr lang="en-US"/>
                        <a:t>-x</a:t>
                      </a:r>
                    </a:p>
                  </a:txBody>
                  <a:tcPr/>
                </a:tc>
                <a:tc>
                  <a:txBody>
                    <a:bodyPr/>
                    <a:lstStyle/>
                    <a:p>
                      <a:r>
                        <a:rPr lang="en-US"/>
                        <a:t>Negative value of x</a:t>
                      </a:r>
                    </a:p>
                  </a:txBody>
                  <a:tcPr/>
                </a:tc>
                <a:extLst>
                  <a:ext uri="{0D108BD9-81ED-4DB2-BD59-A6C34878D82A}">
                    <a16:rowId xmlns:a16="http://schemas.microsoft.com/office/drawing/2014/main" val="4241120755"/>
                  </a:ext>
                </a:extLst>
              </a:tr>
              <a:tr h="370840">
                <a:tc>
                  <a:txBody>
                    <a:bodyPr/>
                    <a:lstStyle/>
                    <a:p>
                      <a:r>
                        <a:rPr lang="en-US" b="1"/>
                        <a:t>Absolute Value</a:t>
                      </a:r>
                    </a:p>
                  </a:txBody>
                  <a:tcPr/>
                </a:tc>
                <a:tc>
                  <a:txBody>
                    <a:bodyPr/>
                    <a:lstStyle/>
                    <a:p>
                      <a:r>
                        <a:rPr lang="en-US"/>
                        <a:t>abs(x)</a:t>
                      </a:r>
                    </a:p>
                  </a:txBody>
                  <a:tcPr/>
                </a:tc>
                <a:tc>
                  <a:txBody>
                    <a:bodyPr/>
                    <a:lstStyle/>
                    <a:p>
                      <a:r>
                        <a:rPr lang="en-US"/>
                        <a:t>Absolute value of x</a:t>
                      </a:r>
                    </a:p>
                  </a:txBody>
                  <a:tcPr/>
                </a:tc>
                <a:extLst>
                  <a:ext uri="{0D108BD9-81ED-4DB2-BD59-A6C34878D82A}">
                    <a16:rowId xmlns:a16="http://schemas.microsoft.com/office/drawing/2014/main" val="67356468"/>
                  </a:ext>
                </a:extLst>
              </a:tr>
              <a:tr h="370840">
                <a:tc>
                  <a:txBody>
                    <a:bodyPr/>
                    <a:lstStyle/>
                    <a:p>
                      <a:r>
                        <a:rPr lang="en-US" b="1"/>
                        <a:t>Convert to Int</a:t>
                      </a:r>
                    </a:p>
                  </a:txBody>
                  <a:tcPr/>
                </a:tc>
                <a:tc>
                  <a:txBody>
                    <a:bodyPr/>
                    <a:lstStyle/>
                    <a:p>
                      <a:r>
                        <a:rPr lang="en-US"/>
                        <a:t>int(x)</a:t>
                      </a:r>
                    </a:p>
                  </a:txBody>
                  <a:tcPr/>
                </a:tc>
                <a:tc>
                  <a:txBody>
                    <a:bodyPr/>
                    <a:lstStyle/>
                    <a:p>
                      <a:r>
                        <a:rPr lang="en-US"/>
                        <a:t>Converts x to an integer</a:t>
                      </a:r>
                    </a:p>
                  </a:txBody>
                  <a:tcPr/>
                </a:tc>
                <a:extLst>
                  <a:ext uri="{0D108BD9-81ED-4DB2-BD59-A6C34878D82A}">
                    <a16:rowId xmlns:a16="http://schemas.microsoft.com/office/drawing/2014/main" val="1447227349"/>
                  </a:ext>
                </a:extLst>
              </a:tr>
              <a:tr h="370840">
                <a:tc>
                  <a:txBody>
                    <a:bodyPr/>
                    <a:lstStyle/>
                    <a:p>
                      <a:r>
                        <a:rPr lang="en-US" b="1"/>
                        <a:t>Convert to Float</a:t>
                      </a:r>
                    </a:p>
                  </a:txBody>
                  <a:tcPr/>
                </a:tc>
                <a:tc>
                  <a:txBody>
                    <a:bodyPr/>
                    <a:lstStyle/>
                    <a:p>
                      <a:r>
                        <a:rPr lang="en-US"/>
                        <a:t>float(x)</a:t>
                      </a:r>
                    </a:p>
                  </a:txBody>
                  <a:tcPr/>
                </a:tc>
                <a:tc>
                  <a:txBody>
                    <a:bodyPr/>
                    <a:lstStyle/>
                    <a:p>
                      <a:r>
                        <a:rPr lang="en-US"/>
                        <a:t>Converts x to a float</a:t>
                      </a:r>
                    </a:p>
                  </a:txBody>
                  <a:tcPr/>
                </a:tc>
                <a:extLst>
                  <a:ext uri="{0D108BD9-81ED-4DB2-BD59-A6C34878D82A}">
                    <a16:rowId xmlns:a16="http://schemas.microsoft.com/office/drawing/2014/main" val="1543624785"/>
                  </a:ext>
                </a:extLst>
              </a:tr>
              <a:tr h="370840">
                <a:tc>
                  <a:txBody>
                    <a:bodyPr/>
                    <a:lstStyle/>
                    <a:p>
                      <a:r>
                        <a:rPr lang="en-US" b="1"/>
                        <a:t>Power Function</a:t>
                      </a:r>
                    </a:p>
                  </a:txBody>
                  <a:tcPr/>
                </a:tc>
                <a:tc>
                  <a:txBody>
                    <a:bodyPr/>
                    <a:lstStyle/>
                    <a:p>
                      <a:r>
                        <a:rPr lang="en-US"/>
                        <a:t>pow(</a:t>
                      </a:r>
                      <a:r>
                        <a:rPr lang="en-US" err="1"/>
                        <a:t>x,y</a:t>
                      </a:r>
                      <a:r>
                        <a:rPr lang="en-US"/>
                        <a:t>)</a:t>
                      </a:r>
                    </a:p>
                  </a:txBody>
                  <a:tcPr/>
                </a:tc>
                <a:tc>
                  <a:txBody>
                    <a:bodyPr/>
                    <a:lstStyle/>
                    <a:p>
                      <a:r>
                        <a:rPr lang="en-US"/>
                        <a:t>Equivalent to x ** y</a:t>
                      </a:r>
                    </a:p>
                  </a:txBody>
                  <a:tcPr/>
                </a:tc>
                <a:extLst>
                  <a:ext uri="{0D108BD9-81ED-4DB2-BD59-A6C34878D82A}">
                    <a16:rowId xmlns:a16="http://schemas.microsoft.com/office/drawing/2014/main" val="2893528054"/>
                  </a:ext>
                </a:extLst>
              </a:tr>
            </a:tbl>
          </a:graphicData>
        </a:graphic>
      </p:graphicFrame>
    </p:spTree>
    <p:extLst>
      <p:ext uri="{BB962C8B-B14F-4D97-AF65-F5344CB8AC3E}">
        <p14:creationId xmlns:p14="http://schemas.microsoft.com/office/powerpoint/2010/main" val="1753264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0B64C-250A-6EA7-C0BC-91D1FE251C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93C722-E545-FA33-48FD-F83E738D566D}"/>
              </a:ext>
            </a:extLst>
          </p:cNvPr>
          <p:cNvSpPr>
            <a:spLocks noGrp="1"/>
          </p:cNvSpPr>
          <p:nvPr>
            <p:ph type="sldNum" sz="quarter" idx="12"/>
          </p:nvPr>
        </p:nvSpPr>
        <p:spPr/>
        <p:txBody>
          <a:bodyPr/>
          <a:lstStyle/>
          <a:p>
            <a:fld id="{DFA4CD3D-26C8-47FF-8D13-9B32BAAB4735}" type="slidenum">
              <a:rPr lang="en-US" smtClean="0"/>
              <a:t>14</a:t>
            </a:fld>
            <a:endParaRPr lang="en-US"/>
          </a:p>
        </p:txBody>
      </p:sp>
      <p:sp>
        <p:nvSpPr>
          <p:cNvPr id="5" name="Content Placeholder 4">
            <a:extLst>
              <a:ext uri="{FF2B5EF4-FFF2-40B4-BE49-F238E27FC236}">
                <a16:creationId xmlns:a16="http://schemas.microsoft.com/office/drawing/2014/main" id="{F19BDE25-0F8B-F3AB-2B55-48224AA83989}"/>
              </a:ext>
            </a:extLst>
          </p:cNvPr>
          <p:cNvSpPr>
            <a:spLocks noGrp="1"/>
          </p:cNvSpPr>
          <p:nvPr>
            <p:ph idx="1"/>
          </p:nvPr>
        </p:nvSpPr>
        <p:spPr>
          <a:xfrm>
            <a:off x="548388" y="795802"/>
            <a:ext cx="11398254" cy="510988"/>
          </a:xfrm>
          <a:noFill/>
        </p:spPr>
        <p:txBody>
          <a:bodyPr/>
          <a:lstStyle/>
          <a:p>
            <a:r>
              <a:rPr lang="en-US" b="1"/>
              <a:t>Example:</a:t>
            </a:r>
          </a:p>
          <a:p>
            <a:endParaRPr lang="en-US"/>
          </a:p>
        </p:txBody>
      </p:sp>
      <p:sp>
        <p:nvSpPr>
          <p:cNvPr id="7" name="TextBox 6">
            <a:extLst>
              <a:ext uri="{FF2B5EF4-FFF2-40B4-BE49-F238E27FC236}">
                <a16:creationId xmlns:a16="http://schemas.microsoft.com/office/drawing/2014/main" id="{ECD62059-431B-2E1B-0CA0-B55D1A405EB5}"/>
              </a:ext>
            </a:extLst>
          </p:cNvPr>
          <p:cNvSpPr txBox="1"/>
          <p:nvPr/>
        </p:nvSpPr>
        <p:spPr>
          <a:xfrm>
            <a:off x="396430" y="1737808"/>
            <a:ext cx="11398254" cy="369332"/>
          </a:xfrm>
          <a:prstGeom prst="rect">
            <a:avLst/>
          </a:prstGeom>
          <a:solidFill>
            <a:schemeClr val="bg1"/>
          </a:solidFill>
        </p:spPr>
        <p:txBody>
          <a:bodyPr wrap="square" rtlCol="0">
            <a:spAutoFit/>
          </a:bodyPr>
          <a:lstStyle/>
          <a:p>
            <a:endParaRPr lang="en-US">
              <a:solidFill>
                <a:srgbClr val="7030A0"/>
              </a:solidFill>
              <a:latin typeface="Courier New" panose="02070309020205020404" pitchFamily="49" charset="0"/>
              <a:cs typeface="Courier New" panose="02070309020205020404" pitchFamily="49" charset="0"/>
            </a:endParaRPr>
          </a:p>
        </p:txBody>
      </p:sp>
      <p:sp>
        <p:nvSpPr>
          <p:cNvPr id="8" name="Flowchart: Alternate Process 7">
            <a:extLst>
              <a:ext uri="{FF2B5EF4-FFF2-40B4-BE49-F238E27FC236}">
                <a16:creationId xmlns:a16="http://schemas.microsoft.com/office/drawing/2014/main" id="{41DD3F78-A7C7-7C58-422B-9D76F7E80E26}"/>
              </a:ext>
            </a:extLst>
          </p:cNvPr>
          <p:cNvSpPr/>
          <p:nvPr/>
        </p:nvSpPr>
        <p:spPr>
          <a:xfrm>
            <a:off x="590130" y="1306790"/>
            <a:ext cx="11053482" cy="128016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x = </a:t>
            </a:r>
            <a:r>
              <a:rPr lang="en-US">
                <a:solidFill>
                  <a:srgbClr val="C00000"/>
                </a:solidFill>
                <a:latin typeface="Courier New" panose="02070309020205020404" pitchFamily="49" charset="0"/>
                <a:cs typeface="Courier New" panose="02070309020205020404" pitchFamily="49" charset="0"/>
              </a:rPr>
              <a:t>10</a:t>
            </a:r>
          </a:p>
          <a:p>
            <a:r>
              <a:rPr lang="en-US">
                <a:solidFill>
                  <a:schemeClr val="tx1"/>
                </a:solidFill>
                <a:latin typeface="Courier New" panose="02070309020205020404" pitchFamily="49" charset="0"/>
                <a:cs typeface="Courier New" panose="02070309020205020404" pitchFamily="49" charset="0"/>
              </a:rPr>
              <a:t>y = </a:t>
            </a:r>
            <a:r>
              <a:rPr lang="en-US">
                <a:solidFill>
                  <a:srgbClr val="C00000"/>
                </a:solidFill>
                <a:latin typeface="Courier New" panose="02070309020205020404" pitchFamily="49" charset="0"/>
                <a:cs typeface="Courier New" panose="02070309020205020404" pitchFamily="49" charset="0"/>
              </a:rPr>
              <a:t>15</a:t>
            </a:r>
          </a:p>
          <a:p>
            <a:r>
              <a:rPr lang="en-US">
                <a:solidFill>
                  <a:schemeClr val="tx1"/>
                </a:solidFill>
                <a:latin typeface="Courier New" panose="02070309020205020404" pitchFamily="49" charset="0"/>
                <a:cs typeface="Courier New" panose="02070309020205020404" pitchFamily="49" charset="0"/>
              </a:rPr>
              <a:t>z = </a:t>
            </a:r>
            <a:r>
              <a:rPr lang="en-US" err="1">
                <a:solidFill>
                  <a:schemeClr val="tx1"/>
                </a:solidFill>
                <a:latin typeface="Courier New" panose="02070309020205020404" pitchFamily="49" charset="0"/>
                <a:cs typeface="Courier New" panose="02070309020205020404" pitchFamily="49" charset="0"/>
              </a:rPr>
              <a:t>x+y</a:t>
            </a:r>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print(z)</a:t>
            </a:r>
          </a:p>
        </p:txBody>
      </p:sp>
    </p:spTree>
    <p:extLst>
      <p:ext uri="{BB962C8B-B14F-4D97-AF65-F5344CB8AC3E}">
        <p14:creationId xmlns:p14="http://schemas.microsoft.com/office/powerpoint/2010/main" val="2186297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EFADEB-9BE1-5E18-53B3-624FBC85846C}"/>
              </a:ext>
            </a:extLst>
          </p:cNvPr>
          <p:cNvSpPr>
            <a:spLocks noGrp="1"/>
          </p:cNvSpPr>
          <p:nvPr>
            <p:ph type="sldNum" sz="quarter" idx="12"/>
          </p:nvPr>
        </p:nvSpPr>
        <p:spPr/>
        <p:txBody>
          <a:bodyPr/>
          <a:lstStyle/>
          <a:p>
            <a:fld id="{DFA4CD3D-26C8-47FF-8D13-9B32BAAB4735}" type="slidenum">
              <a:rPr lang="en-US" smtClean="0"/>
              <a:t>15</a:t>
            </a:fld>
            <a:endParaRPr lang="en-US"/>
          </a:p>
        </p:txBody>
      </p:sp>
      <p:sp>
        <p:nvSpPr>
          <p:cNvPr id="3" name="Title 2">
            <a:extLst>
              <a:ext uri="{FF2B5EF4-FFF2-40B4-BE49-F238E27FC236}">
                <a16:creationId xmlns:a16="http://schemas.microsoft.com/office/drawing/2014/main" id="{14E5E4AF-044B-8300-A8CA-D26B1C13A9E2}"/>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1: Find data type</a:t>
            </a:r>
          </a:p>
        </p:txBody>
      </p:sp>
      <p:pic>
        <p:nvPicPr>
          <p:cNvPr id="8" name="Content Placeholder 7">
            <a:extLst>
              <a:ext uri="{FF2B5EF4-FFF2-40B4-BE49-F238E27FC236}">
                <a16:creationId xmlns:a16="http://schemas.microsoft.com/office/drawing/2014/main" id="{AF1602E6-FF37-F033-B14D-D0B245A749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10" name="TextBox 9">
            <a:extLst>
              <a:ext uri="{FF2B5EF4-FFF2-40B4-BE49-F238E27FC236}">
                <a16:creationId xmlns:a16="http://schemas.microsoft.com/office/drawing/2014/main" id="{568FDFC5-949B-BACD-73E0-0D70F6B95E2B}"/>
              </a:ext>
            </a:extLst>
          </p:cNvPr>
          <p:cNvSpPr txBox="1"/>
          <p:nvPr/>
        </p:nvSpPr>
        <p:spPr>
          <a:xfrm>
            <a:off x="1150346" y="1909560"/>
            <a:ext cx="9102492" cy="461665"/>
          </a:xfrm>
          <a:prstGeom prst="rect">
            <a:avLst/>
          </a:prstGeom>
          <a:noFill/>
        </p:spPr>
        <p:txBody>
          <a:bodyPr wrap="none" rtlCol="0">
            <a:spAutoFit/>
          </a:bodyPr>
          <a:lstStyle/>
          <a:p>
            <a:r>
              <a:rPr lang="en-US" sz="2400"/>
              <a:t>Ask Co-Pilot how to find the data type for the variable </a:t>
            </a:r>
            <a:r>
              <a:rPr lang="en-US" sz="2400" b="1">
                <a:solidFill>
                  <a:srgbClr val="7030A0"/>
                </a:solidFill>
              </a:rPr>
              <a:t>institution_name</a:t>
            </a:r>
          </a:p>
        </p:txBody>
      </p:sp>
      <p:pic>
        <p:nvPicPr>
          <p:cNvPr id="12" name="Picture 11">
            <a:extLst>
              <a:ext uri="{FF2B5EF4-FFF2-40B4-BE49-F238E27FC236}">
                <a16:creationId xmlns:a16="http://schemas.microsoft.com/office/drawing/2014/main" id="{FA117170-FB85-9F50-A25F-082A326782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402" y="1909560"/>
            <a:ext cx="558927" cy="508116"/>
          </a:xfrm>
          <a:prstGeom prst="rect">
            <a:avLst/>
          </a:prstGeom>
        </p:spPr>
      </p:pic>
    </p:spTree>
    <p:extLst>
      <p:ext uri="{BB962C8B-B14F-4D97-AF65-F5344CB8AC3E}">
        <p14:creationId xmlns:p14="http://schemas.microsoft.com/office/powerpoint/2010/main" val="3403674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12C464-B5DD-9ECA-875B-3A2AA35FCE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B168E2-232A-4536-676D-463FF8BD03EE}"/>
              </a:ext>
            </a:extLst>
          </p:cNvPr>
          <p:cNvSpPr>
            <a:spLocks noGrp="1"/>
          </p:cNvSpPr>
          <p:nvPr>
            <p:ph type="sldNum" sz="quarter" idx="12"/>
          </p:nvPr>
        </p:nvSpPr>
        <p:spPr/>
        <p:txBody>
          <a:bodyPr/>
          <a:lstStyle/>
          <a:p>
            <a:fld id="{DFA4CD3D-26C8-47FF-8D13-9B32BAAB4735}" type="slidenum">
              <a:rPr lang="en-US" smtClean="0"/>
              <a:t>16</a:t>
            </a:fld>
            <a:endParaRPr lang="en-US"/>
          </a:p>
        </p:txBody>
      </p:sp>
      <p:sp>
        <p:nvSpPr>
          <p:cNvPr id="3" name="Title 2">
            <a:extLst>
              <a:ext uri="{FF2B5EF4-FFF2-40B4-BE49-F238E27FC236}">
                <a16:creationId xmlns:a16="http://schemas.microsoft.com/office/drawing/2014/main" id="{5DC5A868-9345-A101-380B-7D9D49628217}"/>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5" name="Picture 4">
            <a:extLst>
              <a:ext uri="{FF2B5EF4-FFF2-40B4-BE49-F238E27FC236}">
                <a16:creationId xmlns:a16="http://schemas.microsoft.com/office/drawing/2014/main" id="{B4D13300-AC0F-06F9-24AC-3EDEDADBA9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7" name="Flowchart: Alternate Process 6">
            <a:extLst>
              <a:ext uri="{FF2B5EF4-FFF2-40B4-BE49-F238E27FC236}">
                <a16:creationId xmlns:a16="http://schemas.microsoft.com/office/drawing/2014/main" id="{B36E81A2-DE5A-5270-A8A9-4FE52E439EBC}"/>
              </a:ext>
            </a:extLst>
          </p:cNvPr>
          <p:cNvSpPr/>
          <p:nvPr/>
        </p:nvSpPr>
        <p:spPr>
          <a:xfrm>
            <a:off x="327386" y="1743813"/>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type(</a:t>
            </a:r>
            <a:r>
              <a:rPr lang="en-US" err="1">
                <a:solidFill>
                  <a:schemeClr val="tx1"/>
                </a:solidFill>
                <a:latin typeface="Courier New" panose="02070309020205020404" pitchFamily="49" charset="0"/>
                <a:cs typeface="Courier New" panose="02070309020205020404" pitchFamily="49" charset="0"/>
              </a:rPr>
              <a:t>institution_name</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77148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8D771-A78F-4B86-D302-BEA23BC6E11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B0B231-D2D6-E8CB-6C1E-41AB036B679E}"/>
              </a:ext>
            </a:extLst>
          </p:cNvPr>
          <p:cNvSpPr>
            <a:spLocks noGrp="1"/>
          </p:cNvSpPr>
          <p:nvPr>
            <p:ph type="sldNum" sz="quarter" idx="12"/>
          </p:nvPr>
        </p:nvSpPr>
        <p:spPr/>
        <p:txBody>
          <a:bodyPr/>
          <a:lstStyle/>
          <a:p>
            <a:fld id="{DFA4CD3D-26C8-47FF-8D13-9B32BAAB4735}" type="slidenum">
              <a:rPr lang="en-US" smtClean="0"/>
              <a:t>17</a:t>
            </a:fld>
            <a:endParaRPr lang="en-US"/>
          </a:p>
        </p:txBody>
      </p:sp>
      <p:sp>
        <p:nvSpPr>
          <p:cNvPr id="3" name="Title 2">
            <a:extLst>
              <a:ext uri="{FF2B5EF4-FFF2-40B4-BE49-F238E27FC236}">
                <a16:creationId xmlns:a16="http://schemas.microsoft.com/office/drawing/2014/main" id="{2D7191B4-311C-0F30-71F8-EA0B8B296A26}"/>
              </a:ext>
            </a:extLst>
          </p:cNvPr>
          <p:cNvSpPr>
            <a:spLocks noGrp="1"/>
          </p:cNvSpPr>
          <p:nvPr>
            <p:ph type="title"/>
          </p:nvPr>
        </p:nvSpPr>
        <p:spPr/>
        <p:txBody>
          <a:bodyPr/>
          <a:lstStyle/>
          <a:p>
            <a:r>
              <a:rPr lang="en-US"/>
              <a:t>Working with strings</a:t>
            </a:r>
          </a:p>
        </p:txBody>
      </p:sp>
      <p:sp>
        <p:nvSpPr>
          <p:cNvPr id="10" name="Flowchart: Alternate Process 9">
            <a:extLst>
              <a:ext uri="{FF2B5EF4-FFF2-40B4-BE49-F238E27FC236}">
                <a16:creationId xmlns:a16="http://schemas.microsoft.com/office/drawing/2014/main" id="{FCBE3A0A-7C4F-16C0-3822-DE697EE2590C}"/>
              </a:ext>
            </a:extLst>
          </p:cNvPr>
          <p:cNvSpPr/>
          <p:nvPr/>
        </p:nvSpPr>
        <p:spPr>
          <a:xfrm>
            <a:off x="492956" y="2564638"/>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7030A0"/>
                </a:solidFill>
                <a:latin typeface="Courier New" panose="02070309020205020404" pitchFamily="49" charset="0"/>
                <a:cs typeface="Courier New" panose="02070309020205020404" pitchFamily="49" charset="0"/>
              </a:rPr>
              <a:t>'this is a string'</a:t>
            </a:r>
          </a:p>
          <a:p>
            <a:r>
              <a:rPr lang="en-US">
                <a:solidFill>
                  <a:srgbClr val="7030A0"/>
                </a:solidFill>
                <a:latin typeface="Courier New" panose="02070309020205020404" pitchFamily="49" charset="0"/>
                <a:cs typeface="Courier New" panose="02070309020205020404" pitchFamily="49" charset="0"/>
              </a:rPr>
              <a:t>"this is also a string"</a:t>
            </a:r>
          </a:p>
        </p:txBody>
      </p:sp>
      <p:sp>
        <p:nvSpPr>
          <p:cNvPr id="4" name="TextBox 3">
            <a:extLst>
              <a:ext uri="{FF2B5EF4-FFF2-40B4-BE49-F238E27FC236}">
                <a16:creationId xmlns:a16="http://schemas.microsoft.com/office/drawing/2014/main" id="{B2AACAA3-4DD9-F56E-6B35-5F906B9D4AC6}"/>
              </a:ext>
            </a:extLst>
          </p:cNvPr>
          <p:cNvSpPr txBox="1"/>
          <p:nvPr/>
        </p:nvSpPr>
        <p:spPr>
          <a:xfrm>
            <a:off x="492956" y="1652081"/>
            <a:ext cx="10335491" cy="830997"/>
          </a:xfrm>
          <a:prstGeom prst="rect">
            <a:avLst/>
          </a:prstGeom>
          <a:noFill/>
        </p:spPr>
        <p:txBody>
          <a:bodyPr wrap="square" rtlCol="0">
            <a:spAutoFit/>
          </a:bodyPr>
          <a:lstStyle/>
          <a:p>
            <a:r>
              <a:rPr lang="en-US" sz="2400"/>
              <a:t>In Python, strings represent textual data and are enclosed in either </a:t>
            </a:r>
            <a:r>
              <a:rPr lang="en-US" sz="2400" b="1"/>
              <a:t>single (</a:t>
            </a:r>
            <a:r>
              <a:rPr lang="en-US" sz="2400" b="1">
                <a:solidFill>
                  <a:srgbClr val="7030A0"/>
                </a:solidFill>
              </a:rPr>
              <a:t>'</a:t>
            </a:r>
            <a:r>
              <a:rPr lang="en-US" sz="2400" b="1"/>
              <a:t>)</a:t>
            </a:r>
            <a:r>
              <a:rPr lang="en-US" sz="2400"/>
              <a:t> or </a:t>
            </a:r>
            <a:r>
              <a:rPr lang="en-US" sz="2400" b="1"/>
              <a:t>double (</a:t>
            </a:r>
            <a:r>
              <a:rPr lang="en-US" sz="2400" b="1">
                <a:solidFill>
                  <a:srgbClr val="7030A0"/>
                </a:solidFill>
              </a:rPr>
              <a:t>"</a:t>
            </a:r>
            <a:r>
              <a:rPr lang="en-US" sz="2400" b="1"/>
              <a:t>)</a:t>
            </a:r>
            <a:r>
              <a:rPr lang="en-US" sz="2400"/>
              <a:t> quotation marks:</a:t>
            </a:r>
          </a:p>
        </p:txBody>
      </p:sp>
      <p:sp>
        <p:nvSpPr>
          <p:cNvPr id="5" name="TextBox 4">
            <a:extLst>
              <a:ext uri="{FF2B5EF4-FFF2-40B4-BE49-F238E27FC236}">
                <a16:creationId xmlns:a16="http://schemas.microsoft.com/office/drawing/2014/main" id="{80D5966F-F0A6-72C1-046A-810E0A1EC498}"/>
              </a:ext>
            </a:extLst>
          </p:cNvPr>
          <p:cNvSpPr txBox="1"/>
          <p:nvPr/>
        </p:nvSpPr>
        <p:spPr>
          <a:xfrm>
            <a:off x="492956" y="3701220"/>
            <a:ext cx="10335491" cy="1200329"/>
          </a:xfrm>
          <a:prstGeom prst="rect">
            <a:avLst/>
          </a:prstGeom>
          <a:noFill/>
        </p:spPr>
        <p:txBody>
          <a:bodyPr wrap="square" rtlCol="0">
            <a:spAutoFit/>
          </a:bodyPr>
          <a:lstStyle/>
          <a:p>
            <a:r>
              <a:rPr lang="en-US" sz="2400"/>
              <a:t>The opening and closing quotes must match.</a:t>
            </a:r>
          </a:p>
          <a:p>
            <a:endParaRPr lang="en-US" sz="2400" b="1"/>
          </a:p>
          <a:p>
            <a:r>
              <a:rPr lang="en-US" sz="2400" b="1"/>
              <a:t>Consider</a:t>
            </a:r>
            <a:r>
              <a:rPr lang="en-US" sz="2400"/>
              <a:t>:</a:t>
            </a:r>
          </a:p>
        </p:txBody>
      </p:sp>
      <p:sp>
        <p:nvSpPr>
          <p:cNvPr id="7" name="Flowchart: Alternate Process 6">
            <a:extLst>
              <a:ext uri="{FF2B5EF4-FFF2-40B4-BE49-F238E27FC236}">
                <a16:creationId xmlns:a16="http://schemas.microsoft.com/office/drawing/2014/main" id="{1A2466F5-A1DD-04DC-193C-CFB0FB085F1B}"/>
              </a:ext>
            </a:extLst>
          </p:cNvPr>
          <p:cNvSpPr/>
          <p:nvPr/>
        </p:nvSpPr>
        <p:spPr>
          <a:xfrm>
            <a:off x="492956" y="4914242"/>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7030A0"/>
                </a:solidFill>
                <a:latin typeface="Courier New" panose="02070309020205020404" pitchFamily="49" charset="0"/>
                <a:cs typeface="Courier New" panose="02070309020205020404" pitchFamily="49" charset="0"/>
              </a:rPr>
              <a:t>"The Readers' Advisory Guide to Horror Fiction"</a:t>
            </a:r>
          </a:p>
          <a:p>
            <a:r>
              <a:rPr lang="en-US">
                <a:solidFill>
                  <a:srgbClr val="7030A0"/>
                </a:solidFill>
                <a:latin typeface="Courier New" panose="02070309020205020404" pitchFamily="49" charset="0"/>
                <a:cs typeface="Courier New" panose="02070309020205020404" pitchFamily="49" charset="0"/>
              </a:rPr>
              <a:t>'"Did you take the trash out?" she asked.'</a:t>
            </a:r>
          </a:p>
        </p:txBody>
      </p:sp>
    </p:spTree>
    <p:extLst>
      <p:ext uri="{BB962C8B-B14F-4D97-AF65-F5344CB8AC3E}">
        <p14:creationId xmlns:p14="http://schemas.microsoft.com/office/powerpoint/2010/main" val="1088024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19615-9A1B-F713-7F7B-0F9DE9459C1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1D3FD7-D72B-7564-4E21-4250935A3B79}"/>
              </a:ext>
            </a:extLst>
          </p:cNvPr>
          <p:cNvSpPr>
            <a:spLocks noGrp="1"/>
          </p:cNvSpPr>
          <p:nvPr>
            <p:ph type="sldNum" sz="quarter" idx="12"/>
          </p:nvPr>
        </p:nvSpPr>
        <p:spPr/>
        <p:txBody>
          <a:bodyPr/>
          <a:lstStyle/>
          <a:p>
            <a:fld id="{DFA4CD3D-26C8-47FF-8D13-9B32BAAB4735}" type="slidenum">
              <a:rPr lang="en-US" smtClean="0"/>
              <a:t>18</a:t>
            </a:fld>
            <a:endParaRPr lang="en-US"/>
          </a:p>
        </p:txBody>
      </p:sp>
      <p:sp>
        <p:nvSpPr>
          <p:cNvPr id="3" name="Title 2">
            <a:extLst>
              <a:ext uri="{FF2B5EF4-FFF2-40B4-BE49-F238E27FC236}">
                <a16:creationId xmlns:a16="http://schemas.microsoft.com/office/drawing/2014/main" id="{701FC8DA-7E2C-A03A-BE7B-5D4845E4B332}"/>
              </a:ext>
            </a:extLst>
          </p:cNvPr>
          <p:cNvSpPr>
            <a:spLocks noGrp="1"/>
          </p:cNvSpPr>
          <p:nvPr>
            <p:ph type="title"/>
          </p:nvPr>
        </p:nvSpPr>
        <p:spPr/>
        <p:txBody>
          <a:bodyPr/>
          <a:lstStyle/>
          <a:p>
            <a:r>
              <a:rPr lang="en-US">
                <a:solidFill>
                  <a:schemeClr val="bg1"/>
                </a:solidFill>
              </a:rPr>
              <a:t>Working with strings</a:t>
            </a:r>
          </a:p>
        </p:txBody>
      </p:sp>
      <p:sp>
        <p:nvSpPr>
          <p:cNvPr id="10" name="Flowchart: Alternate Process 9">
            <a:extLst>
              <a:ext uri="{FF2B5EF4-FFF2-40B4-BE49-F238E27FC236}">
                <a16:creationId xmlns:a16="http://schemas.microsoft.com/office/drawing/2014/main" id="{D0170CFC-F4D3-19D1-BCEB-6BDDCC7A8E1C}"/>
              </a:ext>
            </a:extLst>
          </p:cNvPr>
          <p:cNvSpPr/>
          <p:nvPr/>
        </p:nvSpPr>
        <p:spPr>
          <a:xfrm>
            <a:off x="535708" y="2691638"/>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rgbClr val="7030A0"/>
                </a:solidFill>
                <a:latin typeface="Courier New" panose="02070309020205020404" pitchFamily="49" charset="0"/>
                <a:cs typeface="Courier New" panose="02070309020205020404" pitchFamily="49" charset="0"/>
              </a:rPr>
              <a:t>'The Readers\' Advisory Guide to Horror Fiction'</a:t>
            </a:r>
          </a:p>
        </p:txBody>
      </p:sp>
      <p:sp>
        <p:nvSpPr>
          <p:cNvPr id="4" name="TextBox 3">
            <a:extLst>
              <a:ext uri="{FF2B5EF4-FFF2-40B4-BE49-F238E27FC236}">
                <a16:creationId xmlns:a16="http://schemas.microsoft.com/office/drawing/2014/main" id="{FE320C2A-B106-6A89-A98A-4D81137A3636}"/>
              </a:ext>
            </a:extLst>
          </p:cNvPr>
          <p:cNvSpPr txBox="1"/>
          <p:nvPr/>
        </p:nvSpPr>
        <p:spPr>
          <a:xfrm>
            <a:off x="535708" y="1828800"/>
            <a:ext cx="10335491" cy="830997"/>
          </a:xfrm>
          <a:prstGeom prst="rect">
            <a:avLst/>
          </a:prstGeom>
          <a:noFill/>
        </p:spPr>
        <p:txBody>
          <a:bodyPr wrap="square" rtlCol="0">
            <a:spAutoFit/>
          </a:bodyPr>
          <a:lstStyle/>
          <a:p>
            <a:r>
              <a:rPr lang="en-US" sz="2400"/>
              <a:t>To include special characters like quotes within a string, use a backslash</a:t>
            </a:r>
            <a:r>
              <a:rPr lang="en-US" sz="2400" b="1"/>
              <a:t> </a:t>
            </a:r>
            <a:r>
              <a:rPr lang="en-US" sz="2400" b="1">
                <a:solidFill>
                  <a:srgbClr val="7030A0"/>
                </a:solidFill>
              </a:rPr>
              <a:t>\'</a:t>
            </a:r>
            <a:r>
              <a:rPr lang="en-US" sz="2400" b="1"/>
              <a:t> </a:t>
            </a:r>
            <a:r>
              <a:rPr lang="en-US" sz="2400"/>
              <a:t>to escape them. This tells Python to ignore the character.</a:t>
            </a:r>
          </a:p>
        </p:txBody>
      </p:sp>
    </p:spTree>
    <p:extLst>
      <p:ext uri="{BB962C8B-B14F-4D97-AF65-F5344CB8AC3E}">
        <p14:creationId xmlns:p14="http://schemas.microsoft.com/office/powerpoint/2010/main" val="224298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8DA3A-AF0C-4EC1-A5F9-F0582637C9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022499-0343-7125-4E05-6AF70E24A313}"/>
              </a:ext>
            </a:extLst>
          </p:cNvPr>
          <p:cNvSpPr>
            <a:spLocks noGrp="1"/>
          </p:cNvSpPr>
          <p:nvPr>
            <p:ph type="sldNum" sz="quarter" idx="12"/>
          </p:nvPr>
        </p:nvSpPr>
        <p:spPr/>
        <p:txBody>
          <a:bodyPr/>
          <a:lstStyle/>
          <a:p>
            <a:fld id="{DFA4CD3D-26C8-47FF-8D13-9B32BAAB4735}" type="slidenum">
              <a:rPr lang="en-US" smtClean="0"/>
              <a:t>19</a:t>
            </a:fld>
            <a:endParaRPr lang="en-US"/>
          </a:p>
        </p:txBody>
      </p:sp>
      <p:sp>
        <p:nvSpPr>
          <p:cNvPr id="3" name="Title 2">
            <a:extLst>
              <a:ext uri="{FF2B5EF4-FFF2-40B4-BE49-F238E27FC236}">
                <a16:creationId xmlns:a16="http://schemas.microsoft.com/office/drawing/2014/main" id="{DCB7FA46-6E0D-743C-2DF4-77118EFF8B1C}"/>
              </a:ext>
            </a:extLst>
          </p:cNvPr>
          <p:cNvSpPr>
            <a:spLocks noGrp="1"/>
          </p:cNvSpPr>
          <p:nvPr>
            <p:ph type="title"/>
          </p:nvPr>
        </p:nvSpPr>
        <p:spPr/>
        <p:txBody>
          <a:bodyPr/>
          <a:lstStyle/>
          <a:p>
            <a:r>
              <a:rPr lang="en-US"/>
              <a:t>Assigning strings to variables</a:t>
            </a:r>
          </a:p>
        </p:txBody>
      </p:sp>
      <p:sp>
        <p:nvSpPr>
          <p:cNvPr id="4" name="TextBox 3">
            <a:extLst>
              <a:ext uri="{FF2B5EF4-FFF2-40B4-BE49-F238E27FC236}">
                <a16:creationId xmlns:a16="http://schemas.microsoft.com/office/drawing/2014/main" id="{1A003861-9A18-ED74-4F61-7EF13DFF18FD}"/>
              </a:ext>
            </a:extLst>
          </p:cNvPr>
          <p:cNvSpPr txBox="1"/>
          <p:nvPr/>
        </p:nvSpPr>
        <p:spPr>
          <a:xfrm>
            <a:off x="396873" y="1767378"/>
            <a:ext cx="10335491" cy="1200329"/>
          </a:xfrm>
          <a:prstGeom prst="rect">
            <a:avLst/>
          </a:prstGeom>
          <a:noFill/>
        </p:spPr>
        <p:txBody>
          <a:bodyPr wrap="square" rtlCol="0">
            <a:spAutoFit/>
          </a:bodyPr>
          <a:lstStyle/>
          <a:p>
            <a:r>
              <a:rPr lang="en-US" sz="2400"/>
              <a:t>You can assign a string to a variable using the </a:t>
            </a:r>
            <a:r>
              <a:rPr lang="en-US" sz="2400" b="1">
                <a:solidFill>
                  <a:srgbClr val="7030A0"/>
                </a:solidFill>
              </a:rPr>
              <a:t>=</a:t>
            </a:r>
            <a:r>
              <a:rPr lang="en-US" sz="2400"/>
              <a:t> operator.</a:t>
            </a:r>
          </a:p>
          <a:p>
            <a:endParaRPr lang="en-US" sz="2400"/>
          </a:p>
          <a:p>
            <a:endParaRPr lang="en-US" sz="2400"/>
          </a:p>
        </p:txBody>
      </p:sp>
      <p:sp>
        <p:nvSpPr>
          <p:cNvPr id="7" name="Flowchart: Alternate Process 6">
            <a:extLst>
              <a:ext uri="{FF2B5EF4-FFF2-40B4-BE49-F238E27FC236}">
                <a16:creationId xmlns:a16="http://schemas.microsoft.com/office/drawing/2014/main" id="{54B30861-B8D8-CA46-B33D-BDE6AF51EB63}"/>
              </a:ext>
            </a:extLst>
          </p:cNvPr>
          <p:cNvSpPr/>
          <p:nvPr/>
        </p:nvSpPr>
        <p:spPr>
          <a:xfrm>
            <a:off x="492956" y="2346036"/>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banned_book</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Brave New World</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71268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2BD4E-0B3A-F998-812D-7A4D0B1DDB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DFDA22-F8F2-6A69-CB19-27A9895B0210}"/>
              </a:ext>
            </a:extLst>
          </p:cNvPr>
          <p:cNvSpPr>
            <a:spLocks noGrp="1"/>
          </p:cNvSpPr>
          <p:nvPr>
            <p:ph type="sldNum" sz="quarter" idx="12"/>
          </p:nvPr>
        </p:nvSpPr>
        <p:spPr/>
        <p:txBody>
          <a:bodyPr/>
          <a:lstStyle/>
          <a:p>
            <a:fld id="{DFA4CD3D-26C8-47FF-8D13-9B32BAAB4735}" type="slidenum">
              <a:rPr lang="en-US" smtClean="0"/>
              <a:t>20</a:t>
            </a:fld>
            <a:endParaRPr lang="en-US"/>
          </a:p>
        </p:txBody>
      </p:sp>
      <p:sp>
        <p:nvSpPr>
          <p:cNvPr id="3" name="Title 2">
            <a:extLst>
              <a:ext uri="{FF2B5EF4-FFF2-40B4-BE49-F238E27FC236}">
                <a16:creationId xmlns:a16="http://schemas.microsoft.com/office/drawing/2014/main" id="{185EE002-CC16-2DE0-E26C-ECE51109262D}"/>
              </a:ext>
            </a:extLst>
          </p:cNvPr>
          <p:cNvSpPr>
            <a:spLocks noGrp="1"/>
          </p:cNvSpPr>
          <p:nvPr>
            <p:ph type="title"/>
          </p:nvPr>
        </p:nvSpPr>
        <p:spPr/>
        <p:txBody>
          <a:bodyPr/>
          <a:lstStyle/>
          <a:p>
            <a:r>
              <a:rPr lang="en-US"/>
              <a:t>String indexing and slicing</a:t>
            </a:r>
          </a:p>
        </p:txBody>
      </p:sp>
      <p:sp>
        <p:nvSpPr>
          <p:cNvPr id="10" name="Flowchart: Alternate Process 9">
            <a:extLst>
              <a:ext uri="{FF2B5EF4-FFF2-40B4-BE49-F238E27FC236}">
                <a16:creationId xmlns:a16="http://schemas.microsoft.com/office/drawing/2014/main" id="{E178BDDC-087E-5D6A-6607-CFE9E59A34A0}"/>
              </a:ext>
            </a:extLst>
          </p:cNvPr>
          <p:cNvSpPr/>
          <p:nvPr/>
        </p:nvSpPr>
        <p:spPr>
          <a:xfrm>
            <a:off x="535708" y="2868548"/>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banned_book</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0</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82A81379-0AC7-D1D6-351D-1C569D1D9B97}"/>
              </a:ext>
            </a:extLst>
          </p:cNvPr>
          <p:cNvSpPr txBox="1"/>
          <p:nvPr/>
        </p:nvSpPr>
        <p:spPr>
          <a:xfrm>
            <a:off x="535708" y="1828800"/>
            <a:ext cx="10335491" cy="1200329"/>
          </a:xfrm>
          <a:prstGeom prst="rect">
            <a:avLst/>
          </a:prstGeom>
          <a:noFill/>
        </p:spPr>
        <p:txBody>
          <a:bodyPr wrap="square" rtlCol="0">
            <a:spAutoFit/>
          </a:bodyPr>
          <a:lstStyle/>
          <a:p>
            <a:r>
              <a:rPr lang="en-US" sz="2400"/>
              <a:t>Python uses </a:t>
            </a:r>
            <a:r>
              <a:rPr lang="en-US" sz="2400" b="1"/>
              <a:t>zero-based indexing</a:t>
            </a:r>
            <a:r>
              <a:rPr lang="en-US" sz="2400"/>
              <a:t>, meaning the first character of a string is at position </a:t>
            </a:r>
            <a:r>
              <a:rPr lang="en-US" sz="2400" b="1">
                <a:solidFill>
                  <a:srgbClr val="7030A0"/>
                </a:solidFill>
              </a:rPr>
              <a:t>0</a:t>
            </a:r>
            <a:r>
              <a:rPr lang="en-US" sz="2400"/>
              <a:t> </a:t>
            </a:r>
          </a:p>
          <a:p>
            <a:endParaRPr lang="en-US" sz="2400"/>
          </a:p>
        </p:txBody>
      </p:sp>
    </p:spTree>
    <p:extLst>
      <p:ext uri="{BB962C8B-B14F-4D97-AF65-F5344CB8AC3E}">
        <p14:creationId xmlns:p14="http://schemas.microsoft.com/office/powerpoint/2010/main" val="5419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5460D-C867-8D8A-07B1-408D44A387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59D8CC-2AC3-D7F1-6F39-F4CC5A671A08}"/>
              </a:ext>
            </a:extLst>
          </p:cNvPr>
          <p:cNvSpPr>
            <a:spLocks noGrp="1"/>
          </p:cNvSpPr>
          <p:nvPr>
            <p:ph type="sldNum" sz="quarter" idx="12"/>
          </p:nvPr>
        </p:nvSpPr>
        <p:spPr/>
        <p:txBody>
          <a:bodyPr/>
          <a:lstStyle/>
          <a:p>
            <a:fld id="{DFA4CD3D-26C8-47FF-8D13-9B32BAAB4735}" type="slidenum">
              <a:rPr lang="en-US" smtClean="0"/>
              <a:t>21</a:t>
            </a:fld>
            <a:endParaRPr lang="en-US"/>
          </a:p>
        </p:txBody>
      </p:sp>
      <p:sp>
        <p:nvSpPr>
          <p:cNvPr id="3" name="Title 2">
            <a:extLst>
              <a:ext uri="{FF2B5EF4-FFF2-40B4-BE49-F238E27FC236}">
                <a16:creationId xmlns:a16="http://schemas.microsoft.com/office/drawing/2014/main" id="{8CE89CA8-6E55-0063-C8F8-963D96F2467E}"/>
              </a:ext>
            </a:extLst>
          </p:cNvPr>
          <p:cNvSpPr>
            <a:spLocks noGrp="1"/>
          </p:cNvSpPr>
          <p:nvPr>
            <p:ph type="title"/>
          </p:nvPr>
        </p:nvSpPr>
        <p:spPr/>
        <p:txBody>
          <a:bodyPr/>
          <a:lstStyle/>
          <a:p>
            <a:r>
              <a:rPr lang="en-US"/>
              <a:t>Slice a substring</a:t>
            </a:r>
          </a:p>
        </p:txBody>
      </p:sp>
      <p:sp>
        <p:nvSpPr>
          <p:cNvPr id="10" name="Flowchart: Alternate Process 9">
            <a:extLst>
              <a:ext uri="{FF2B5EF4-FFF2-40B4-BE49-F238E27FC236}">
                <a16:creationId xmlns:a16="http://schemas.microsoft.com/office/drawing/2014/main" id="{0714CFFA-C26B-A266-6C97-6308EF03282C}"/>
              </a:ext>
            </a:extLst>
          </p:cNvPr>
          <p:cNvSpPr/>
          <p:nvPr/>
        </p:nvSpPr>
        <p:spPr>
          <a:xfrm>
            <a:off x="535708" y="2450072"/>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string[start </a:t>
            </a:r>
            <a:r>
              <a:rPr lang="en-US" err="1">
                <a:solidFill>
                  <a:schemeClr val="tx1"/>
                </a:solidFill>
                <a:latin typeface="Courier New" panose="02070309020205020404" pitchFamily="49" charset="0"/>
                <a:cs typeface="Courier New" panose="02070309020205020404" pitchFamily="49" charset="0"/>
              </a:rPr>
              <a:t>index:end</a:t>
            </a:r>
            <a:r>
              <a:rPr lang="en-US">
                <a:solidFill>
                  <a:schemeClr val="tx1"/>
                </a:solidFill>
                <a:latin typeface="Courier New" panose="02070309020205020404" pitchFamily="49" charset="0"/>
                <a:cs typeface="Courier New" panose="02070309020205020404" pitchFamily="49" charset="0"/>
              </a:rPr>
              <a:t> index]</a:t>
            </a:r>
            <a:endParaRPr lang="en-US">
              <a:solidFill>
                <a:srgbClr val="7030A0"/>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AA79B8FF-B64A-7DEA-5353-E63CF70D5D41}"/>
              </a:ext>
            </a:extLst>
          </p:cNvPr>
          <p:cNvSpPr txBox="1"/>
          <p:nvPr/>
        </p:nvSpPr>
        <p:spPr>
          <a:xfrm>
            <a:off x="535708" y="1828800"/>
            <a:ext cx="10335491" cy="830997"/>
          </a:xfrm>
          <a:prstGeom prst="rect">
            <a:avLst/>
          </a:prstGeom>
          <a:noFill/>
        </p:spPr>
        <p:txBody>
          <a:bodyPr wrap="square" rtlCol="0">
            <a:spAutoFit/>
          </a:bodyPr>
          <a:lstStyle/>
          <a:p>
            <a:r>
              <a:rPr lang="en-US" sz="2400"/>
              <a:t>To extract a portion of a string, use the following syntax:</a:t>
            </a:r>
          </a:p>
          <a:p>
            <a:endParaRPr lang="en-US" sz="2400"/>
          </a:p>
        </p:txBody>
      </p:sp>
      <p:sp>
        <p:nvSpPr>
          <p:cNvPr id="5" name="TextBox 4">
            <a:extLst>
              <a:ext uri="{FF2B5EF4-FFF2-40B4-BE49-F238E27FC236}">
                <a16:creationId xmlns:a16="http://schemas.microsoft.com/office/drawing/2014/main" id="{EB9142C3-2AD5-430A-7E56-EC1A263735C2}"/>
              </a:ext>
            </a:extLst>
          </p:cNvPr>
          <p:cNvSpPr txBox="1"/>
          <p:nvPr/>
        </p:nvSpPr>
        <p:spPr>
          <a:xfrm>
            <a:off x="535708" y="3152624"/>
            <a:ext cx="10335491" cy="1938992"/>
          </a:xfrm>
          <a:prstGeom prst="rect">
            <a:avLst/>
          </a:prstGeom>
          <a:noFill/>
        </p:spPr>
        <p:txBody>
          <a:bodyPr wrap="square" rtlCol="0">
            <a:spAutoFit/>
          </a:bodyPr>
          <a:lstStyle/>
          <a:p>
            <a:r>
              <a:rPr lang="en-US" sz="2400"/>
              <a:t>The </a:t>
            </a:r>
            <a:r>
              <a:rPr lang="en-US" sz="2400" b="1"/>
              <a:t>start index</a:t>
            </a:r>
            <a:r>
              <a:rPr lang="en-US" sz="2400"/>
              <a:t> is where the slice begins and the </a:t>
            </a:r>
            <a:r>
              <a:rPr lang="en-US" sz="2400" b="1"/>
              <a:t>end index</a:t>
            </a:r>
            <a:r>
              <a:rPr lang="en-US" sz="2400"/>
              <a:t> tells Python where to stop, but it does not include the character at that position.</a:t>
            </a:r>
          </a:p>
          <a:p>
            <a:endParaRPr lang="en-US" sz="2400"/>
          </a:p>
          <a:p>
            <a:r>
              <a:rPr lang="en-US" sz="2400" b="1"/>
              <a:t>Example:</a:t>
            </a:r>
            <a:r>
              <a:rPr lang="en-US" sz="2400"/>
              <a:t> Slice the word </a:t>
            </a:r>
            <a:r>
              <a:rPr lang="en-US" sz="2400" b="1">
                <a:solidFill>
                  <a:srgbClr val="7030A0"/>
                </a:solidFill>
                <a:effectLst>
                  <a:outerShdw blurRad="50800" dist="50800" dir="5400000" algn="ctr" rotWithShape="0">
                    <a:schemeClr val="bg1"/>
                  </a:outerShdw>
                </a:effectLst>
              </a:rPr>
              <a:t>brave</a:t>
            </a:r>
            <a:r>
              <a:rPr lang="en-US" sz="2400" b="1">
                <a:solidFill>
                  <a:srgbClr val="7030A0"/>
                </a:solidFill>
                <a:effectLst>
                  <a:outerShdw blurRad="50800" dist="50800" dir="5400000" algn="ctr" rotWithShape="0">
                    <a:schemeClr val="bg1">
                      <a:lumMod val="95000"/>
                    </a:schemeClr>
                  </a:outerShdw>
                </a:effectLst>
              </a:rPr>
              <a:t> </a:t>
            </a:r>
            <a:r>
              <a:rPr lang="en-US" sz="2400"/>
              <a:t>from the string </a:t>
            </a:r>
            <a:r>
              <a:rPr lang="en-US" sz="2400" b="1" err="1"/>
              <a:t>banned_book</a:t>
            </a:r>
            <a:r>
              <a:rPr lang="en-US" sz="2400" b="1"/>
              <a:t>:</a:t>
            </a:r>
          </a:p>
          <a:p>
            <a:endParaRPr lang="en-US" sz="2400"/>
          </a:p>
        </p:txBody>
      </p:sp>
      <p:sp>
        <p:nvSpPr>
          <p:cNvPr id="8" name="Flowchart: Alternate Process 7">
            <a:extLst>
              <a:ext uri="{FF2B5EF4-FFF2-40B4-BE49-F238E27FC236}">
                <a16:creationId xmlns:a16="http://schemas.microsoft.com/office/drawing/2014/main" id="{D0D38564-36E6-F7F9-B944-668A74B260F0}"/>
              </a:ext>
            </a:extLst>
          </p:cNvPr>
          <p:cNvSpPr/>
          <p:nvPr/>
        </p:nvSpPr>
        <p:spPr>
          <a:xfrm>
            <a:off x="535708" y="5062309"/>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banned_book</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0</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5</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95837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6002A-FF71-CEC2-C7E2-3565F54307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C57BB7-68B2-2786-4B66-EB989D7EFC57}"/>
              </a:ext>
            </a:extLst>
          </p:cNvPr>
          <p:cNvSpPr>
            <a:spLocks noGrp="1"/>
          </p:cNvSpPr>
          <p:nvPr>
            <p:ph type="sldNum" sz="quarter" idx="12"/>
          </p:nvPr>
        </p:nvSpPr>
        <p:spPr/>
        <p:txBody>
          <a:bodyPr/>
          <a:lstStyle/>
          <a:p>
            <a:fld id="{DFA4CD3D-26C8-47FF-8D13-9B32BAAB4735}" type="slidenum">
              <a:rPr lang="en-US" smtClean="0"/>
              <a:t>22</a:t>
            </a:fld>
            <a:endParaRPr lang="en-US"/>
          </a:p>
        </p:txBody>
      </p:sp>
      <p:sp>
        <p:nvSpPr>
          <p:cNvPr id="3" name="Title 2">
            <a:extLst>
              <a:ext uri="{FF2B5EF4-FFF2-40B4-BE49-F238E27FC236}">
                <a16:creationId xmlns:a16="http://schemas.microsoft.com/office/drawing/2014/main" id="{B1108A7B-2133-0805-5BC1-7B453553A3EF}"/>
              </a:ext>
            </a:extLst>
          </p:cNvPr>
          <p:cNvSpPr>
            <a:spLocks noGrp="1"/>
          </p:cNvSpPr>
          <p:nvPr>
            <p:ph type="title"/>
          </p:nvPr>
        </p:nvSpPr>
        <p:spPr/>
        <p:txBody>
          <a:bodyPr/>
          <a:lstStyle/>
          <a:p>
            <a:r>
              <a:rPr lang="en-US"/>
              <a:t>Negative indexing</a:t>
            </a:r>
          </a:p>
        </p:txBody>
      </p:sp>
      <p:sp>
        <p:nvSpPr>
          <p:cNvPr id="10" name="Flowchart: Alternate Process 9">
            <a:extLst>
              <a:ext uri="{FF2B5EF4-FFF2-40B4-BE49-F238E27FC236}">
                <a16:creationId xmlns:a16="http://schemas.microsoft.com/office/drawing/2014/main" id="{C3FB1C9E-DCFC-7171-32A9-F0562EB2D36E}"/>
              </a:ext>
            </a:extLst>
          </p:cNvPr>
          <p:cNvSpPr/>
          <p:nvPr/>
        </p:nvSpPr>
        <p:spPr>
          <a:xfrm>
            <a:off x="535708" y="2450072"/>
            <a:ext cx="11053482" cy="1385328"/>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library = "</a:t>
            </a:r>
            <a:r>
              <a:rPr lang="en-US">
                <a:solidFill>
                  <a:srgbClr val="00B050"/>
                </a:solidFill>
                <a:latin typeface="Courier New" panose="02070309020205020404" pitchFamily="49" charset="0"/>
                <a:cs typeface="Courier New" panose="02070309020205020404" pitchFamily="49" charset="0"/>
              </a:rPr>
              <a:t>Thompson Library, 1858 Neil Avenue Mall, Columbus, OH 43210</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zipcode</a:t>
            </a:r>
            <a:r>
              <a:rPr lang="en-US">
                <a:solidFill>
                  <a:schemeClr val="tx1"/>
                </a:solidFill>
                <a:latin typeface="Courier New" panose="02070309020205020404" pitchFamily="49" charset="0"/>
                <a:cs typeface="Courier New" panose="02070309020205020404" pitchFamily="49" charset="0"/>
              </a:rPr>
              <a:t> = library [</a:t>
            </a:r>
            <a:r>
              <a:rPr lang="en-US">
                <a:solidFill>
                  <a:srgbClr val="BA0C2F"/>
                </a:solidFill>
                <a:latin typeface="Courier New" panose="02070309020205020404" pitchFamily="49" charset="0"/>
                <a:cs typeface="Courier New" panose="02070309020205020404" pitchFamily="49" charset="0"/>
              </a:rPr>
              <a:t>-5</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zipcode</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C1FF78EC-93D0-7EBA-7E8D-A19AF6F316EF}"/>
              </a:ext>
            </a:extLst>
          </p:cNvPr>
          <p:cNvSpPr txBox="1"/>
          <p:nvPr/>
        </p:nvSpPr>
        <p:spPr>
          <a:xfrm>
            <a:off x="535708" y="1828800"/>
            <a:ext cx="10335491" cy="830997"/>
          </a:xfrm>
          <a:prstGeom prst="rect">
            <a:avLst/>
          </a:prstGeom>
          <a:noFill/>
        </p:spPr>
        <p:txBody>
          <a:bodyPr wrap="square" rtlCol="0">
            <a:spAutoFit/>
          </a:bodyPr>
          <a:lstStyle/>
          <a:p>
            <a:r>
              <a:rPr lang="en-US" sz="2400"/>
              <a:t>You can also access characters from the end of a string using negative indices:</a:t>
            </a:r>
          </a:p>
          <a:p>
            <a:endParaRPr lang="en-US" sz="2400"/>
          </a:p>
        </p:txBody>
      </p:sp>
    </p:spTree>
    <p:extLst>
      <p:ext uri="{BB962C8B-B14F-4D97-AF65-F5344CB8AC3E}">
        <p14:creationId xmlns:p14="http://schemas.microsoft.com/office/powerpoint/2010/main" val="2996442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8E870-9A47-4327-8779-8A70183E2C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8CC98A-51A8-AC06-742D-B40CB78BF73D}"/>
              </a:ext>
            </a:extLst>
          </p:cNvPr>
          <p:cNvSpPr>
            <a:spLocks noGrp="1"/>
          </p:cNvSpPr>
          <p:nvPr>
            <p:ph type="sldNum" sz="quarter" idx="12"/>
          </p:nvPr>
        </p:nvSpPr>
        <p:spPr/>
        <p:txBody>
          <a:bodyPr/>
          <a:lstStyle/>
          <a:p>
            <a:fld id="{DFA4CD3D-26C8-47FF-8D13-9B32BAAB4735}" type="slidenum">
              <a:rPr lang="en-US" smtClean="0"/>
              <a:t>23</a:t>
            </a:fld>
            <a:endParaRPr lang="en-US"/>
          </a:p>
        </p:txBody>
      </p:sp>
      <p:sp>
        <p:nvSpPr>
          <p:cNvPr id="3" name="Title 2">
            <a:extLst>
              <a:ext uri="{FF2B5EF4-FFF2-40B4-BE49-F238E27FC236}">
                <a16:creationId xmlns:a16="http://schemas.microsoft.com/office/drawing/2014/main" id="{110A39A2-412C-EED7-AD6B-AC530119D55F}"/>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2: Slice Carmen Ohio</a:t>
            </a:r>
          </a:p>
        </p:txBody>
      </p:sp>
      <p:pic>
        <p:nvPicPr>
          <p:cNvPr id="8" name="Content Placeholder 7">
            <a:extLst>
              <a:ext uri="{FF2B5EF4-FFF2-40B4-BE49-F238E27FC236}">
                <a16:creationId xmlns:a16="http://schemas.microsoft.com/office/drawing/2014/main" id="{60378194-503B-5551-CB9A-740CBE3339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10" name="TextBox 9">
            <a:extLst>
              <a:ext uri="{FF2B5EF4-FFF2-40B4-BE49-F238E27FC236}">
                <a16:creationId xmlns:a16="http://schemas.microsoft.com/office/drawing/2014/main" id="{B7DF03F9-B8C3-C02E-7D6E-DF0F3524919C}"/>
              </a:ext>
            </a:extLst>
          </p:cNvPr>
          <p:cNvSpPr txBox="1"/>
          <p:nvPr/>
        </p:nvSpPr>
        <p:spPr>
          <a:xfrm>
            <a:off x="1150346" y="1909560"/>
            <a:ext cx="10147403" cy="2308324"/>
          </a:xfrm>
          <a:prstGeom prst="rect">
            <a:avLst/>
          </a:prstGeom>
          <a:noFill/>
        </p:spPr>
        <p:txBody>
          <a:bodyPr wrap="square" rtlCol="0">
            <a:spAutoFit/>
          </a:bodyPr>
          <a:lstStyle/>
          <a:p>
            <a:r>
              <a:rPr lang="en-US" sz="2400"/>
              <a:t>Ask CoPilot how to open and read a .txt file. Then open and read the file </a:t>
            </a:r>
            <a:r>
              <a:rPr lang="en-US" sz="2400" b="1">
                <a:solidFill>
                  <a:srgbClr val="7030A0"/>
                </a:solidFill>
              </a:rPr>
              <a:t>carmen_ohio.txt </a:t>
            </a:r>
            <a:r>
              <a:rPr lang="en-US" sz="2400"/>
              <a:t>and …</a:t>
            </a:r>
          </a:p>
          <a:p>
            <a:endParaRPr lang="en-US" sz="2400">
              <a:solidFill>
                <a:srgbClr val="7030A0"/>
              </a:solidFill>
            </a:endParaRPr>
          </a:p>
          <a:p>
            <a:pPr marL="457200" indent="-457200">
              <a:buFont typeface="+mj-lt"/>
              <a:buAutoNum type="arabicPeriod"/>
            </a:pPr>
            <a:r>
              <a:rPr lang="en-US" sz="2400"/>
              <a:t>Find the first 250 characters in Carmen Ohio</a:t>
            </a:r>
          </a:p>
          <a:p>
            <a:pPr marL="457200" indent="-457200">
              <a:buFont typeface="+mj-lt"/>
              <a:buAutoNum type="arabicPeriod"/>
            </a:pPr>
            <a:r>
              <a:rPr lang="en-US" sz="2400"/>
              <a:t>Find the last 250 characters in Carmen Ohio</a:t>
            </a:r>
          </a:p>
          <a:p>
            <a:pPr marL="457200" indent="-457200">
              <a:buFont typeface="+mj-lt"/>
              <a:buAutoNum type="arabicPeriod"/>
            </a:pPr>
            <a:r>
              <a:rPr lang="en-US" sz="2400"/>
              <a:t>Find the second sentence in Carmen Ohio</a:t>
            </a:r>
          </a:p>
        </p:txBody>
      </p:sp>
      <p:pic>
        <p:nvPicPr>
          <p:cNvPr id="12" name="Picture 11">
            <a:extLst>
              <a:ext uri="{FF2B5EF4-FFF2-40B4-BE49-F238E27FC236}">
                <a16:creationId xmlns:a16="http://schemas.microsoft.com/office/drawing/2014/main" id="{A8BC4690-619F-FE5F-61D0-53B223BEF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402" y="1909560"/>
            <a:ext cx="558927" cy="508116"/>
          </a:xfrm>
          <a:prstGeom prst="rect">
            <a:avLst/>
          </a:prstGeom>
        </p:spPr>
      </p:pic>
    </p:spTree>
    <p:extLst>
      <p:ext uri="{BB962C8B-B14F-4D97-AF65-F5344CB8AC3E}">
        <p14:creationId xmlns:p14="http://schemas.microsoft.com/office/powerpoint/2010/main" val="4344237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E702E6-F8EF-6F8D-2F33-D79B831B6382}"/>
              </a:ext>
            </a:extLst>
          </p:cNvPr>
          <p:cNvSpPr>
            <a:spLocks noGrp="1"/>
          </p:cNvSpPr>
          <p:nvPr>
            <p:ph type="sldNum" sz="quarter" idx="12"/>
          </p:nvPr>
        </p:nvSpPr>
        <p:spPr/>
        <p:txBody>
          <a:bodyPr/>
          <a:lstStyle/>
          <a:p>
            <a:fld id="{DFA4CD3D-26C8-47FF-8D13-9B32BAAB4735}" type="slidenum">
              <a:rPr lang="en-US" smtClean="0"/>
              <a:t>24</a:t>
            </a:fld>
            <a:endParaRPr lang="en-US"/>
          </a:p>
        </p:txBody>
      </p:sp>
      <p:sp>
        <p:nvSpPr>
          <p:cNvPr id="3" name="Title 2">
            <a:extLst>
              <a:ext uri="{FF2B5EF4-FFF2-40B4-BE49-F238E27FC236}">
                <a16:creationId xmlns:a16="http://schemas.microsoft.com/office/drawing/2014/main" id="{CAF0FE0C-C06E-FB4A-D38F-CA2A051BA684}"/>
              </a:ext>
            </a:extLst>
          </p:cNvPr>
          <p:cNvSpPr>
            <a:spLocks noGrp="1"/>
          </p:cNvSpPr>
          <p:nvPr>
            <p:ph type="title"/>
          </p:nvPr>
        </p:nvSpPr>
        <p:spPr/>
        <p:txBody>
          <a:bodyPr/>
          <a:lstStyle/>
          <a:p>
            <a:r>
              <a:rPr lang="en-US"/>
              <a:t>Effective plain-language AI prompts …</a:t>
            </a:r>
          </a:p>
        </p:txBody>
      </p:sp>
      <p:sp>
        <p:nvSpPr>
          <p:cNvPr id="5" name="Content Placeholder 4">
            <a:extLst>
              <a:ext uri="{FF2B5EF4-FFF2-40B4-BE49-F238E27FC236}">
                <a16:creationId xmlns:a16="http://schemas.microsoft.com/office/drawing/2014/main" id="{E72757D9-D16A-276F-6A95-9CFAD108F9B1}"/>
              </a:ext>
            </a:extLst>
          </p:cNvPr>
          <p:cNvSpPr>
            <a:spLocks noGrp="1"/>
          </p:cNvSpPr>
          <p:nvPr>
            <p:ph idx="1"/>
          </p:nvPr>
        </p:nvSpPr>
        <p:spPr/>
        <p:txBody>
          <a:bodyPr/>
          <a:lstStyle/>
          <a:p>
            <a:pPr marL="342900" indent="-342900">
              <a:buFont typeface="Arial" panose="020B0604020202020204" pitchFamily="34" charset="0"/>
              <a:buChar char="•"/>
            </a:pPr>
            <a:r>
              <a:rPr lang="en-US"/>
              <a:t>Strike a balance. Be specific without overwhelming detail.</a:t>
            </a:r>
          </a:p>
          <a:p>
            <a:pPr marL="342900" indent="-342900">
              <a:buFont typeface="Arial" panose="020B0604020202020204" pitchFamily="34" charset="0"/>
              <a:buChar char="•"/>
            </a:pPr>
            <a:r>
              <a:rPr lang="en-US"/>
              <a:t>Ask for one step or solution at a time.</a:t>
            </a:r>
          </a:p>
          <a:p>
            <a:pPr marL="342900" indent="-342900">
              <a:buFont typeface="Arial" panose="020B0604020202020204" pitchFamily="34" charset="0"/>
              <a:buChar char="•"/>
            </a:pPr>
            <a:r>
              <a:rPr lang="en-US"/>
              <a:t>Specify the format of the response (</a:t>
            </a:r>
            <a:r>
              <a:rPr lang="en-US" err="1"/>
              <a:t>ie</a:t>
            </a:r>
            <a:r>
              <a:rPr lang="en-US"/>
              <a:t>. Python script, explanation, documentation).</a:t>
            </a:r>
          </a:p>
          <a:p>
            <a:pPr marL="342900" indent="-342900">
              <a:buFont typeface="Arial" panose="020B0604020202020204" pitchFamily="34" charset="0"/>
              <a:buChar char="•"/>
            </a:pPr>
            <a:r>
              <a:rPr lang="en-US"/>
              <a:t>Clearly define the desired output or outcome.</a:t>
            </a:r>
          </a:p>
        </p:txBody>
      </p:sp>
    </p:spTree>
    <p:extLst>
      <p:ext uri="{BB962C8B-B14F-4D97-AF65-F5344CB8AC3E}">
        <p14:creationId xmlns:p14="http://schemas.microsoft.com/office/powerpoint/2010/main" val="1704126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7EB4B55-ECAA-8762-026E-434C2497CE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43C3B1-6D8F-60B5-641D-35ABDDC9B906}"/>
              </a:ext>
            </a:extLst>
          </p:cNvPr>
          <p:cNvSpPr>
            <a:spLocks noGrp="1"/>
          </p:cNvSpPr>
          <p:nvPr>
            <p:ph type="sldNum" sz="quarter" idx="12"/>
          </p:nvPr>
        </p:nvSpPr>
        <p:spPr/>
        <p:txBody>
          <a:bodyPr/>
          <a:lstStyle/>
          <a:p>
            <a:fld id="{DFA4CD3D-26C8-47FF-8D13-9B32BAAB4735}" type="slidenum">
              <a:rPr lang="en-US" smtClean="0"/>
              <a:t>25</a:t>
            </a:fld>
            <a:endParaRPr lang="en-US"/>
          </a:p>
        </p:txBody>
      </p:sp>
      <p:sp>
        <p:nvSpPr>
          <p:cNvPr id="3" name="Title 2">
            <a:extLst>
              <a:ext uri="{FF2B5EF4-FFF2-40B4-BE49-F238E27FC236}">
                <a16:creationId xmlns:a16="http://schemas.microsoft.com/office/drawing/2014/main" id="{84AB297D-4C88-DA6C-2D39-8B06408495D5}"/>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5" name="Picture 4">
            <a:extLst>
              <a:ext uri="{FF2B5EF4-FFF2-40B4-BE49-F238E27FC236}">
                <a16:creationId xmlns:a16="http://schemas.microsoft.com/office/drawing/2014/main" id="{BDD1E7E3-0D9F-31BA-9D8F-3C74A9F43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7" name="Flowchart: Alternate Process 6">
            <a:extLst>
              <a:ext uri="{FF2B5EF4-FFF2-40B4-BE49-F238E27FC236}">
                <a16:creationId xmlns:a16="http://schemas.microsoft.com/office/drawing/2014/main" id="{D2672FAB-9740-4702-2583-031944A84B90}"/>
              </a:ext>
            </a:extLst>
          </p:cNvPr>
          <p:cNvSpPr/>
          <p:nvPr/>
        </p:nvSpPr>
        <p:spPr>
          <a:xfrm>
            <a:off x="327386" y="1743813"/>
            <a:ext cx="11053482" cy="4266462"/>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 = open('</a:t>
            </a:r>
            <a:r>
              <a:rPr lang="en-US">
                <a:solidFill>
                  <a:srgbClr val="00B050"/>
                </a:solidFill>
                <a:latin typeface="Courier New" panose="02070309020205020404" pitchFamily="49" charset="0"/>
                <a:cs typeface="Courier New" panose="02070309020205020404" pitchFamily="49" charset="0"/>
              </a:rPr>
              <a:t>carmen_ohio.txt</a:t>
            </a:r>
            <a:r>
              <a:rPr lang="en-US">
                <a:solidFill>
                  <a:schemeClr val="tx1"/>
                </a:solidFill>
                <a:latin typeface="Courier New" panose="02070309020205020404" pitchFamily="49" charset="0"/>
                <a:cs typeface="Courier New" panose="02070309020205020404" pitchFamily="49" charset="0"/>
              </a:rPr>
              <a:t>', mode='</a:t>
            </a:r>
            <a:r>
              <a:rPr lang="en-US">
                <a:solidFill>
                  <a:srgbClr val="00B050"/>
                </a:solidFill>
                <a:latin typeface="Courier New" panose="02070309020205020404" pitchFamily="49" charset="0"/>
                <a:cs typeface="Courier New" panose="02070309020205020404" pitchFamily="49" charset="0"/>
              </a:rPr>
              <a:t>r</a:t>
            </a:r>
            <a:r>
              <a:rPr lang="en-US">
                <a:solidFill>
                  <a:schemeClr val="tx1"/>
                </a:solidFill>
                <a:latin typeface="Courier New" panose="02070309020205020404" pitchFamily="49" charset="0"/>
                <a:cs typeface="Courier New" panose="02070309020205020404" pitchFamily="49" charset="0"/>
              </a:rPr>
              <a:t>', 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').read()</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first 250 characters</a:t>
            </a:r>
          </a:p>
          <a:p>
            <a:r>
              <a:rPr lang="en-US">
                <a:solidFill>
                  <a:schemeClr val="tx1"/>
                </a:solidFill>
                <a:latin typeface="Courier New" panose="02070309020205020404" pitchFamily="49" charset="0"/>
                <a:cs typeface="Courier New" panose="02070309020205020404" pitchFamily="49" charset="0"/>
              </a:rPr>
              <a:t>carmen_first_250 = </a:t>
            </a:r>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[:250]</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last 250 characters</a:t>
            </a:r>
          </a:p>
          <a:p>
            <a:r>
              <a:rPr lang="en-US">
                <a:solidFill>
                  <a:schemeClr val="tx1"/>
                </a:solidFill>
                <a:latin typeface="Courier New" panose="02070309020205020404" pitchFamily="49" charset="0"/>
                <a:cs typeface="Courier New" panose="02070309020205020404" pitchFamily="49" charset="0"/>
              </a:rPr>
              <a:t>carmen_last_250 = </a:t>
            </a:r>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[-250:]</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carmen_sentence</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second sentence</a:t>
            </a:r>
          </a:p>
          <a:p>
            <a:r>
              <a:rPr lang="en-US" err="1">
                <a:solidFill>
                  <a:schemeClr val="tx1"/>
                </a:solidFill>
                <a:latin typeface="Courier New" panose="02070309020205020404" pitchFamily="49" charset="0"/>
                <a:cs typeface="Courier New" panose="02070309020205020404" pitchFamily="49" charset="0"/>
              </a:rPr>
              <a:t>carmen_sentence</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[33:62]</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carmen_sentence</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9164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62644-73C1-2919-4E26-456D838E56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609A2C-0ADF-BA1D-3B63-0006BF671C49}"/>
              </a:ext>
            </a:extLst>
          </p:cNvPr>
          <p:cNvSpPr>
            <a:spLocks noGrp="1"/>
          </p:cNvSpPr>
          <p:nvPr>
            <p:ph type="sldNum" sz="quarter" idx="12"/>
          </p:nvPr>
        </p:nvSpPr>
        <p:spPr/>
        <p:txBody>
          <a:bodyPr/>
          <a:lstStyle/>
          <a:p>
            <a:fld id="{DFA4CD3D-26C8-47FF-8D13-9B32BAAB4735}" type="slidenum">
              <a:rPr lang="en-US" smtClean="0"/>
              <a:t>26</a:t>
            </a:fld>
            <a:endParaRPr lang="en-US"/>
          </a:p>
        </p:txBody>
      </p:sp>
      <p:sp>
        <p:nvSpPr>
          <p:cNvPr id="3" name="Title 2">
            <a:extLst>
              <a:ext uri="{FF2B5EF4-FFF2-40B4-BE49-F238E27FC236}">
                <a16:creationId xmlns:a16="http://schemas.microsoft.com/office/drawing/2014/main" id="{EC3CC65C-8974-85F7-5EE2-DBC668A9C8F8}"/>
              </a:ext>
            </a:extLst>
          </p:cNvPr>
          <p:cNvSpPr>
            <a:spLocks noGrp="1"/>
          </p:cNvSpPr>
          <p:nvPr>
            <p:ph type="title"/>
          </p:nvPr>
        </p:nvSpPr>
        <p:spPr/>
        <p:txBody>
          <a:bodyPr/>
          <a:lstStyle/>
          <a:p>
            <a:r>
              <a:rPr lang="en-US"/>
              <a:t>Reading and writing files</a:t>
            </a:r>
          </a:p>
        </p:txBody>
      </p:sp>
      <p:sp>
        <p:nvSpPr>
          <p:cNvPr id="10" name="Flowchart: Alternate Process 9">
            <a:extLst>
              <a:ext uri="{FF2B5EF4-FFF2-40B4-BE49-F238E27FC236}">
                <a16:creationId xmlns:a16="http://schemas.microsoft.com/office/drawing/2014/main" id="{74EFDC37-B042-63F5-3BFE-46B4F6E73E73}"/>
              </a:ext>
            </a:extLst>
          </p:cNvPr>
          <p:cNvSpPr/>
          <p:nvPr/>
        </p:nvSpPr>
        <p:spPr>
          <a:xfrm>
            <a:off x="535708" y="3036540"/>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open(file, mode='</a:t>
            </a:r>
            <a:r>
              <a:rPr lang="en-US">
                <a:solidFill>
                  <a:srgbClr val="00B050"/>
                </a:solidFill>
                <a:latin typeface="Courier New" panose="02070309020205020404" pitchFamily="49" charset="0"/>
                <a:cs typeface="Courier New" panose="02070309020205020404" pitchFamily="49" charset="0"/>
              </a:rPr>
              <a:t>r</a:t>
            </a:r>
            <a:r>
              <a:rPr lang="en-US">
                <a:solidFill>
                  <a:schemeClr val="tx1"/>
                </a:solidFill>
                <a:latin typeface="Courier New" panose="02070309020205020404" pitchFamily="49" charset="0"/>
                <a:cs typeface="Courier New" panose="02070309020205020404" pitchFamily="49" charset="0"/>
              </a:rPr>
              <a:t>', buffering=</a:t>
            </a:r>
            <a:r>
              <a:rPr lang="en-US">
                <a:solidFill>
                  <a:srgbClr val="BA0C2F"/>
                </a:solidFill>
                <a:latin typeface="Courier New" panose="02070309020205020404" pitchFamily="49" charset="0"/>
                <a:cs typeface="Courier New" panose="02070309020205020404" pitchFamily="49" charset="0"/>
              </a:rPr>
              <a:t>-1,</a:t>
            </a:r>
            <a:r>
              <a:rPr lang="en-US">
                <a:solidFill>
                  <a:schemeClr val="tx1"/>
                </a:solidFill>
                <a:latin typeface="Courier New" panose="02070309020205020404" pitchFamily="49" charset="0"/>
                <a:cs typeface="Courier New" panose="02070309020205020404" pitchFamily="49" charset="0"/>
              </a:rPr>
              <a:t> encoding=None, errors=None, newline=None, closed=True, opener=None)</a:t>
            </a:r>
            <a:endParaRPr lang="en-US">
              <a:solidFill>
                <a:srgbClr val="7030A0"/>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8E5C37A1-AB2F-84E9-EC65-EDF659604F78}"/>
              </a:ext>
            </a:extLst>
          </p:cNvPr>
          <p:cNvSpPr txBox="1"/>
          <p:nvPr/>
        </p:nvSpPr>
        <p:spPr>
          <a:xfrm>
            <a:off x="535708" y="1737808"/>
            <a:ext cx="10335491" cy="1280160"/>
          </a:xfrm>
          <a:prstGeom prst="rect">
            <a:avLst/>
          </a:prstGeom>
          <a:noFill/>
        </p:spPr>
        <p:txBody>
          <a:bodyPr wrap="square" rtlCol="0">
            <a:spAutoFit/>
          </a:bodyPr>
          <a:lstStyle/>
          <a:p>
            <a:r>
              <a:rPr lang="en-US" sz="2400" b="1"/>
              <a:t>Opening a file</a:t>
            </a:r>
          </a:p>
          <a:p>
            <a:r>
              <a:rPr lang="en-US" sz="2400"/>
              <a:t>To work with a file in Python, you first need to </a:t>
            </a:r>
            <a:r>
              <a:rPr lang="en-US" sz="2400" b="1"/>
              <a:t>open </a:t>
            </a:r>
            <a:r>
              <a:rPr lang="en-US" sz="2400"/>
              <a:t>it. This returns a file object that allows you to read from or write to the file.</a:t>
            </a:r>
          </a:p>
          <a:p>
            <a:endParaRPr lang="en-US" sz="2400"/>
          </a:p>
        </p:txBody>
      </p:sp>
      <p:sp>
        <p:nvSpPr>
          <p:cNvPr id="5" name="TextBox 4">
            <a:extLst>
              <a:ext uri="{FF2B5EF4-FFF2-40B4-BE49-F238E27FC236}">
                <a16:creationId xmlns:a16="http://schemas.microsoft.com/office/drawing/2014/main" id="{93BE72E2-EE56-F4B3-B41B-4E36D43BFC9F}"/>
              </a:ext>
            </a:extLst>
          </p:cNvPr>
          <p:cNvSpPr txBox="1"/>
          <p:nvPr/>
        </p:nvSpPr>
        <p:spPr>
          <a:xfrm>
            <a:off x="535707" y="4144083"/>
            <a:ext cx="10335491" cy="830997"/>
          </a:xfrm>
          <a:prstGeom prst="rect">
            <a:avLst/>
          </a:prstGeom>
          <a:noFill/>
        </p:spPr>
        <p:txBody>
          <a:bodyPr wrap="square" rtlCol="0">
            <a:spAutoFit/>
          </a:bodyPr>
          <a:lstStyle/>
          <a:p>
            <a:pPr marL="342900" indent="-342900">
              <a:buFont typeface="Arial" panose="020B0604020202020204" pitchFamily="34" charset="0"/>
              <a:buChar char="•"/>
            </a:pPr>
            <a:r>
              <a:rPr lang="en-US" sz="2400" b="1"/>
              <a:t>file</a:t>
            </a:r>
            <a:r>
              <a:rPr lang="en-US" sz="2400"/>
              <a:t>: The path to the file (absolute or relative)</a:t>
            </a:r>
          </a:p>
          <a:p>
            <a:pPr marL="342900" indent="-342900">
              <a:buFont typeface="Arial" panose="020B0604020202020204" pitchFamily="34" charset="0"/>
              <a:buChar char="•"/>
            </a:pPr>
            <a:r>
              <a:rPr lang="en-US" sz="2400" b="1"/>
              <a:t>mode: </a:t>
            </a:r>
            <a:r>
              <a:rPr lang="en-US" sz="2400"/>
              <a:t>Optional. Specifies how the file is opened. Default is  </a:t>
            </a:r>
            <a:r>
              <a:rPr lang="en-US" sz="2400" b="1">
                <a:solidFill>
                  <a:srgbClr val="7030A0"/>
                </a:solidFill>
              </a:rPr>
              <a:t>'r' </a:t>
            </a:r>
            <a:r>
              <a:rPr lang="en-US" sz="2400"/>
              <a:t>(read mode).</a:t>
            </a:r>
            <a:endParaRPr lang="en-US" sz="2400" b="1"/>
          </a:p>
        </p:txBody>
      </p:sp>
    </p:spTree>
    <p:extLst>
      <p:ext uri="{BB962C8B-B14F-4D97-AF65-F5344CB8AC3E}">
        <p14:creationId xmlns:p14="http://schemas.microsoft.com/office/powerpoint/2010/main" val="567702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F1535-4726-957B-03EE-F0576E5F4A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11F71C-776A-E7F5-7928-252C7B112FCF}"/>
              </a:ext>
            </a:extLst>
          </p:cNvPr>
          <p:cNvSpPr>
            <a:spLocks noGrp="1"/>
          </p:cNvSpPr>
          <p:nvPr>
            <p:ph type="sldNum" sz="quarter" idx="12"/>
          </p:nvPr>
        </p:nvSpPr>
        <p:spPr/>
        <p:txBody>
          <a:bodyPr/>
          <a:lstStyle/>
          <a:p>
            <a:fld id="{DFA4CD3D-26C8-47FF-8D13-9B32BAAB4735}" type="slidenum">
              <a:rPr lang="en-US" smtClean="0"/>
              <a:t>27</a:t>
            </a:fld>
            <a:endParaRPr lang="en-US"/>
          </a:p>
        </p:txBody>
      </p:sp>
      <p:graphicFrame>
        <p:nvGraphicFramePr>
          <p:cNvPr id="3" name="Content Placeholder 2">
            <a:extLst>
              <a:ext uri="{FF2B5EF4-FFF2-40B4-BE49-F238E27FC236}">
                <a16:creationId xmlns:a16="http://schemas.microsoft.com/office/drawing/2014/main" id="{6EEC93CA-8DD6-CAF6-72A5-F09A06BEEBBC}"/>
              </a:ext>
            </a:extLst>
          </p:cNvPr>
          <p:cNvGraphicFramePr>
            <a:graphicFrameLocks noGrp="1"/>
          </p:cNvGraphicFramePr>
          <p:nvPr>
            <p:ph idx="1"/>
            <p:extLst>
              <p:ext uri="{D42A27DB-BD31-4B8C-83A1-F6EECF244321}">
                <p14:modId xmlns:p14="http://schemas.microsoft.com/office/powerpoint/2010/main" val="4076190557"/>
              </p:ext>
            </p:extLst>
          </p:nvPr>
        </p:nvGraphicFramePr>
        <p:xfrm>
          <a:off x="396875" y="1147763"/>
          <a:ext cx="11398250" cy="2966720"/>
        </p:xfrm>
        <a:graphic>
          <a:graphicData uri="http://schemas.openxmlformats.org/drawingml/2006/table">
            <a:tbl>
              <a:tblPr firstRow="1" bandRow="1">
                <a:tableStyleId>{5C22544A-7EE6-4342-B048-85BDC9FD1C3A}</a:tableStyleId>
              </a:tblPr>
              <a:tblGrid>
                <a:gridCol w="1406525">
                  <a:extLst>
                    <a:ext uri="{9D8B030D-6E8A-4147-A177-3AD203B41FA5}">
                      <a16:colId xmlns:a16="http://schemas.microsoft.com/office/drawing/2014/main" val="2243758511"/>
                    </a:ext>
                  </a:extLst>
                </a:gridCol>
                <a:gridCol w="9991725">
                  <a:extLst>
                    <a:ext uri="{9D8B030D-6E8A-4147-A177-3AD203B41FA5}">
                      <a16:colId xmlns:a16="http://schemas.microsoft.com/office/drawing/2014/main" val="3094976734"/>
                    </a:ext>
                  </a:extLst>
                </a:gridCol>
              </a:tblGrid>
              <a:tr h="370840">
                <a:tc>
                  <a:txBody>
                    <a:bodyPr/>
                    <a:lstStyle/>
                    <a:p>
                      <a:r>
                        <a:rPr lang="en-US"/>
                        <a:t>Character</a:t>
                      </a:r>
                    </a:p>
                  </a:txBody>
                  <a:tcPr/>
                </a:tc>
                <a:tc>
                  <a:txBody>
                    <a:bodyPr/>
                    <a:lstStyle/>
                    <a:p>
                      <a:r>
                        <a:rPr lang="en-US"/>
                        <a:t>Meaning</a:t>
                      </a:r>
                    </a:p>
                  </a:txBody>
                  <a:tcPr/>
                </a:tc>
                <a:extLst>
                  <a:ext uri="{0D108BD9-81ED-4DB2-BD59-A6C34878D82A}">
                    <a16:rowId xmlns:a16="http://schemas.microsoft.com/office/drawing/2014/main" val="1284461778"/>
                  </a:ext>
                </a:extLst>
              </a:tr>
              <a:tr h="370840">
                <a:tc>
                  <a:txBody>
                    <a:bodyPr/>
                    <a:lstStyle/>
                    <a:p>
                      <a:r>
                        <a:rPr lang="en-US">
                          <a:solidFill>
                            <a:srgbClr val="7030A0"/>
                          </a:solidFill>
                        </a:rPr>
                        <a:t>'r'</a:t>
                      </a:r>
                    </a:p>
                  </a:txBody>
                  <a:tcPr/>
                </a:tc>
                <a:tc>
                  <a:txBody>
                    <a:bodyPr/>
                    <a:lstStyle/>
                    <a:p>
                      <a:r>
                        <a:rPr lang="en-US"/>
                        <a:t>open for reading (default)</a:t>
                      </a:r>
                    </a:p>
                  </a:txBody>
                  <a:tcPr/>
                </a:tc>
                <a:extLst>
                  <a:ext uri="{0D108BD9-81ED-4DB2-BD59-A6C34878D82A}">
                    <a16:rowId xmlns:a16="http://schemas.microsoft.com/office/drawing/2014/main" val="763406170"/>
                  </a:ext>
                </a:extLst>
              </a:tr>
              <a:tr h="370840">
                <a:tc>
                  <a:txBody>
                    <a:bodyPr/>
                    <a:lstStyle/>
                    <a:p>
                      <a:r>
                        <a:rPr lang="en-US">
                          <a:solidFill>
                            <a:srgbClr val="7030A0"/>
                          </a:solidFill>
                        </a:rPr>
                        <a:t>'w'</a:t>
                      </a:r>
                    </a:p>
                  </a:txBody>
                  <a:tcPr/>
                </a:tc>
                <a:tc>
                  <a:txBody>
                    <a:bodyPr/>
                    <a:lstStyle/>
                    <a:p>
                      <a:r>
                        <a:rPr lang="en-US"/>
                        <a:t>open for writing, truncating the file first</a:t>
                      </a:r>
                    </a:p>
                  </a:txBody>
                  <a:tcPr/>
                </a:tc>
                <a:extLst>
                  <a:ext uri="{0D108BD9-81ED-4DB2-BD59-A6C34878D82A}">
                    <a16:rowId xmlns:a16="http://schemas.microsoft.com/office/drawing/2014/main" val="168815180"/>
                  </a:ext>
                </a:extLst>
              </a:tr>
              <a:tr h="370840">
                <a:tc>
                  <a:txBody>
                    <a:bodyPr/>
                    <a:lstStyle/>
                    <a:p>
                      <a:r>
                        <a:rPr lang="en-US">
                          <a:solidFill>
                            <a:srgbClr val="7030A0"/>
                          </a:solidFill>
                        </a:rPr>
                        <a:t>'x'</a:t>
                      </a:r>
                    </a:p>
                  </a:txBody>
                  <a:tcPr/>
                </a:tc>
                <a:tc>
                  <a:txBody>
                    <a:bodyPr/>
                    <a:lstStyle/>
                    <a:p>
                      <a:r>
                        <a:rPr lang="en-US"/>
                        <a:t>open for exclusive creation, failing if the file already exists</a:t>
                      </a:r>
                    </a:p>
                  </a:txBody>
                  <a:tcPr/>
                </a:tc>
                <a:extLst>
                  <a:ext uri="{0D108BD9-81ED-4DB2-BD59-A6C34878D82A}">
                    <a16:rowId xmlns:a16="http://schemas.microsoft.com/office/drawing/2014/main" val="174678163"/>
                  </a:ext>
                </a:extLst>
              </a:tr>
              <a:tr h="370840">
                <a:tc>
                  <a:txBody>
                    <a:bodyPr/>
                    <a:lstStyle/>
                    <a:p>
                      <a:r>
                        <a:rPr lang="en-US">
                          <a:solidFill>
                            <a:srgbClr val="7030A0"/>
                          </a:solidFill>
                        </a:rPr>
                        <a:t>'a'</a:t>
                      </a:r>
                    </a:p>
                  </a:txBody>
                  <a:tcPr/>
                </a:tc>
                <a:tc>
                  <a:txBody>
                    <a:bodyPr/>
                    <a:lstStyle/>
                    <a:p>
                      <a:r>
                        <a:rPr lang="en-US"/>
                        <a:t>open for writing, appending to the end of a file if it exists</a:t>
                      </a:r>
                    </a:p>
                  </a:txBody>
                  <a:tcPr/>
                </a:tc>
                <a:extLst>
                  <a:ext uri="{0D108BD9-81ED-4DB2-BD59-A6C34878D82A}">
                    <a16:rowId xmlns:a16="http://schemas.microsoft.com/office/drawing/2014/main" val="1975540119"/>
                  </a:ext>
                </a:extLst>
              </a:tr>
              <a:tr h="370840">
                <a:tc>
                  <a:txBody>
                    <a:bodyPr/>
                    <a:lstStyle/>
                    <a:p>
                      <a:r>
                        <a:rPr lang="en-US">
                          <a:solidFill>
                            <a:srgbClr val="7030A0"/>
                          </a:solidFill>
                        </a:rPr>
                        <a:t>'b'</a:t>
                      </a:r>
                    </a:p>
                  </a:txBody>
                  <a:tcPr/>
                </a:tc>
                <a:tc>
                  <a:txBody>
                    <a:bodyPr/>
                    <a:lstStyle/>
                    <a:p>
                      <a:r>
                        <a:rPr lang="en-US"/>
                        <a:t>binary mode</a:t>
                      </a:r>
                    </a:p>
                  </a:txBody>
                  <a:tcPr/>
                </a:tc>
                <a:extLst>
                  <a:ext uri="{0D108BD9-81ED-4DB2-BD59-A6C34878D82A}">
                    <a16:rowId xmlns:a16="http://schemas.microsoft.com/office/drawing/2014/main" val="622683544"/>
                  </a:ext>
                </a:extLst>
              </a:tr>
              <a:tr h="370840">
                <a:tc>
                  <a:txBody>
                    <a:bodyPr/>
                    <a:lstStyle/>
                    <a:p>
                      <a:r>
                        <a:rPr lang="en-US">
                          <a:solidFill>
                            <a:srgbClr val="7030A0"/>
                          </a:solidFill>
                        </a:rPr>
                        <a:t>'t'</a:t>
                      </a:r>
                    </a:p>
                  </a:txBody>
                  <a:tcPr/>
                </a:tc>
                <a:tc>
                  <a:txBody>
                    <a:bodyPr/>
                    <a:lstStyle/>
                    <a:p>
                      <a:r>
                        <a:rPr lang="en-US"/>
                        <a:t>text mode (default)</a:t>
                      </a:r>
                    </a:p>
                  </a:txBody>
                  <a:tcPr/>
                </a:tc>
                <a:extLst>
                  <a:ext uri="{0D108BD9-81ED-4DB2-BD59-A6C34878D82A}">
                    <a16:rowId xmlns:a16="http://schemas.microsoft.com/office/drawing/2014/main" val="4238086512"/>
                  </a:ext>
                </a:extLst>
              </a:tr>
              <a:tr h="370840">
                <a:tc>
                  <a:txBody>
                    <a:bodyPr/>
                    <a:lstStyle/>
                    <a:p>
                      <a:r>
                        <a:rPr lang="en-US">
                          <a:solidFill>
                            <a:srgbClr val="7030A0"/>
                          </a:solidFill>
                        </a:rPr>
                        <a:t>'+'</a:t>
                      </a:r>
                    </a:p>
                  </a:txBody>
                  <a:tcPr/>
                </a:tc>
                <a:tc>
                  <a:txBody>
                    <a:bodyPr/>
                    <a:lstStyle/>
                    <a:p>
                      <a:r>
                        <a:rPr lang="en-US"/>
                        <a:t>open for </a:t>
                      </a:r>
                      <a:r>
                        <a:rPr lang="en-US" err="1"/>
                        <a:t>upding</a:t>
                      </a:r>
                      <a:r>
                        <a:rPr lang="en-US"/>
                        <a:t> (reading and writing)</a:t>
                      </a:r>
                    </a:p>
                  </a:txBody>
                  <a:tcPr/>
                </a:tc>
                <a:extLst>
                  <a:ext uri="{0D108BD9-81ED-4DB2-BD59-A6C34878D82A}">
                    <a16:rowId xmlns:a16="http://schemas.microsoft.com/office/drawing/2014/main" val="2587066364"/>
                  </a:ext>
                </a:extLst>
              </a:tr>
            </a:tbl>
          </a:graphicData>
        </a:graphic>
      </p:graphicFrame>
      <p:sp>
        <p:nvSpPr>
          <p:cNvPr id="4" name="TextBox 3">
            <a:extLst>
              <a:ext uri="{FF2B5EF4-FFF2-40B4-BE49-F238E27FC236}">
                <a16:creationId xmlns:a16="http://schemas.microsoft.com/office/drawing/2014/main" id="{EB6B5A51-F8E6-3537-01B8-6B33BB288B00}"/>
              </a:ext>
            </a:extLst>
          </p:cNvPr>
          <p:cNvSpPr txBox="1"/>
          <p:nvPr/>
        </p:nvSpPr>
        <p:spPr>
          <a:xfrm>
            <a:off x="396875" y="589202"/>
            <a:ext cx="6794500" cy="461665"/>
          </a:xfrm>
          <a:prstGeom prst="rect">
            <a:avLst/>
          </a:prstGeom>
          <a:noFill/>
        </p:spPr>
        <p:txBody>
          <a:bodyPr wrap="square" rtlCol="0">
            <a:spAutoFit/>
          </a:bodyPr>
          <a:lstStyle/>
          <a:p>
            <a:r>
              <a:rPr lang="en-US" sz="2400" b="1"/>
              <a:t>Common file modes</a:t>
            </a:r>
          </a:p>
        </p:txBody>
      </p:sp>
    </p:spTree>
    <p:extLst>
      <p:ext uri="{BB962C8B-B14F-4D97-AF65-F5344CB8AC3E}">
        <p14:creationId xmlns:p14="http://schemas.microsoft.com/office/powerpoint/2010/main" val="1932945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2817E4-73DE-DCED-7A3B-C600967C78E5}"/>
              </a:ext>
            </a:extLst>
          </p:cNvPr>
          <p:cNvSpPr>
            <a:spLocks noGrp="1"/>
          </p:cNvSpPr>
          <p:nvPr>
            <p:ph type="sldNum" sz="quarter" idx="12"/>
          </p:nvPr>
        </p:nvSpPr>
        <p:spPr/>
        <p:txBody>
          <a:bodyPr/>
          <a:lstStyle/>
          <a:p>
            <a:fld id="{DFA4CD3D-26C8-47FF-8D13-9B32BAAB4735}" type="slidenum">
              <a:rPr lang="en-US" smtClean="0"/>
              <a:t>28</a:t>
            </a:fld>
            <a:endParaRPr lang="en-US"/>
          </a:p>
        </p:txBody>
      </p:sp>
      <p:sp>
        <p:nvSpPr>
          <p:cNvPr id="5" name="Content Placeholder 4">
            <a:extLst>
              <a:ext uri="{FF2B5EF4-FFF2-40B4-BE49-F238E27FC236}">
                <a16:creationId xmlns:a16="http://schemas.microsoft.com/office/drawing/2014/main" id="{F3194B8A-002C-4EAF-EE3D-6233F1F985FD}"/>
              </a:ext>
            </a:extLst>
          </p:cNvPr>
          <p:cNvSpPr>
            <a:spLocks noGrp="1"/>
          </p:cNvSpPr>
          <p:nvPr>
            <p:ph idx="1"/>
          </p:nvPr>
        </p:nvSpPr>
        <p:spPr>
          <a:xfrm>
            <a:off x="396873" y="753621"/>
            <a:ext cx="11398254" cy="4015454"/>
          </a:xfrm>
        </p:spPr>
        <p:txBody>
          <a:bodyPr/>
          <a:lstStyle/>
          <a:p>
            <a:r>
              <a:rPr lang="en-US" b="1"/>
              <a:t>Encoding</a:t>
            </a:r>
          </a:p>
          <a:p>
            <a:r>
              <a:rPr lang="en-US"/>
              <a:t>Use the encoding parameter when working in </a:t>
            </a:r>
            <a:r>
              <a:rPr lang="en-US" b="1"/>
              <a:t>text mode</a:t>
            </a:r>
            <a:r>
              <a:rPr lang="en-US"/>
              <a:t> to specify how characters are interpreted. Common encodings include:</a:t>
            </a:r>
          </a:p>
          <a:p>
            <a:pPr marL="342900" indent="-342900">
              <a:buFont typeface="Arial" panose="020B0604020202020204" pitchFamily="34" charset="0"/>
              <a:buChar char="•"/>
            </a:pPr>
            <a:r>
              <a:rPr lang="en-US" b="1"/>
              <a:t>utf-8</a:t>
            </a:r>
            <a:r>
              <a:rPr lang="en-US"/>
              <a:t> – Most commonly used and recommended.</a:t>
            </a:r>
          </a:p>
          <a:p>
            <a:pPr marL="342900" indent="-342900">
              <a:buFont typeface="Arial" panose="020B0604020202020204" pitchFamily="34" charset="0"/>
              <a:buChar char="•"/>
            </a:pPr>
            <a:r>
              <a:rPr lang="en-US" b="1"/>
              <a:t>utf-16 </a:t>
            </a:r>
            <a:r>
              <a:rPr lang="en-US"/>
              <a:t>– Uses 2 bytes per character, useful for some international text.</a:t>
            </a:r>
          </a:p>
          <a:p>
            <a:pPr marL="342900" indent="-342900">
              <a:buFont typeface="Arial" panose="020B0604020202020204" pitchFamily="34" charset="0"/>
              <a:buChar char="•"/>
            </a:pPr>
            <a:r>
              <a:rPr lang="en-US" b="1"/>
              <a:t>utf-32</a:t>
            </a:r>
            <a:r>
              <a:rPr lang="en-US"/>
              <a:t> – Uses 4 bytes per characters; supports all Unicode characters directly.</a:t>
            </a:r>
            <a:endParaRPr lang="en-US" b="1"/>
          </a:p>
        </p:txBody>
      </p:sp>
      <p:sp>
        <p:nvSpPr>
          <p:cNvPr id="7" name="Flowchart: Alternate Process 6">
            <a:extLst>
              <a:ext uri="{FF2B5EF4-FFF2-40B4-BE49-F238E27FC236}">
                <a16:creationId xmlns:a16="http://schemas.microsoft.com/office/drawing/2014/main" id="{E4FD78CB-0916-7228-4FD3-50802F8857DA}"/>
              </a:ext>
            </a:extLst>
          </p:cNvPr>
          <p:cNvSpPr/>
          <p:nvPr/>
        </p:nvSpPr>
        <p:spPr>
          <a:xfrm>
            <a:off x="396873" y="3709640"/>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 = open('</a:t>
            </a:r>
            <a:r>
              <a:rPr lang="en-US">
                <a:solidFill>
                  <a:srgbClr val="00B050"/>
                </a:solidFill>
                <a:latin typeface="Courier New" panose="02070309020205020404" pitchFamily="49" charset="0"/>
                <a:cs typeface="Courier New" panose="02070309020205020404" pitchFamily="49" charset="0"/>
              </a:rPr>
              <a:t>carmen_ohio.txt</a:t>
            </a:r>
            <a:r>
              <a:rPr lang="en-US">
                <a:solidFill>
                  <a:schemeClr val="tx1"/>
                </a:solidFill>
                <a:latin typeface="Courier New" panose="02070309020205020404" pitchFamily="49" charset="0"/>
                <a:cs typeface="Courier New" panose="02070309020205020404" pitchFamily="49" charset="0"/>
              </a:rPr>
              <a:t>', mode='</a:t>
            </a:r>
            <a:r>
              <a:rPr lang="en-US">
                <a:solidFill>
                  <a:srgbClr val="00B050"/>
                </a:solidFill>
                <a:latin typeface="Courier New" panose="02070309020205020404" pitchFamily="49" charset="0"/>
                <a:cs typeface="Courier New" panose="02070309020205020404" pitchFamily="49" charset="0"/>
              </a:rPr>
              <a:t>r</a:t>
            </a:r>
            <a:r>
              <a:rPr lang="en-US">
                <a:solidFill>
                  <a:schemeClr val="tx1"/>
                </a:solidFill>
                <a:latin typeface="Courier New" panose="02070309020205020404" pitchFamily="49" charset="0"/>
                <a:cs typeface="Courier New" panose="02070309020205020404" pitchFamily="49" charset="0"/>
              </a:rPr>
              <a:t>', 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82917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CD5FE-5917-DA7A-1948-149DEC3161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4CDE91-FC85-B2C7-9519-A7D7FA04B069}"/>
              </a:ext>
            </a:extLst>
          </p:cNvPr>
          <p:cNvSpPr>
            <a:spLocks noGrp="1"/>
          </p:cNvSpPr>
          <p:nvPr>
            <p:ph type="sldNum" sz="quarter" idx="12"/>
          </p:nvPr>
        </p:nvSpPr>
        <p:spPr/>
        <p:txBody>
          <a:bodyPr/>
          <a:lstStyle/>
          <a:p>
            <a:fld id="{DFA4CD3D-26C8-47FF-8D13-9B32BAAB4735}" type="slidenum">
              <a:rPr lang="en-US" smtClean="0"/>
              <a:t>29</a:t>
            </a:fld>
            <a:endParaRPr lang="en-US"/>
          </a:p>
        </p:txBody>
      </p:sp>
      <p:sp>
        <p:nvSpPr>
          <p:cNvPr id="5" name="Content Placeholder 4">
            <a:extLst>
              <a:ext uri="{FF2B5EF4-FFF2-40B4-BE49-F238E27FC236}">
                <a16:creationId xmlns:a16="http://schemas.microsoft.com/office/drawing/2014/main" id="{68FE3C05-629C-467C-DF8A-E9A2770F900B}"/>
              </a:ext>
            </a:extLst>
          </p:cNvPr>
          <p:cNvSpPr>
            <a:spLocks noGrp="1"/>
          </p:cNvSpPr>
          <p:nvPr>
            <p:ph idx="1"/>
          </p:nvPr>
        </p:nvSpPr>
        <p:spPr>
          <a:xfrm>
            <a:off x="396873" y="753621"/>
            <a:ext cx="11398254" cy="846579"/>
          </a:xfrm>
        </p:spPr>
        <p:txBody>
          <a:bodyPr>
            <a:normAutofit lnSpcReduction="10000"/>
          </a:bodyPr>
          <a:lstStyle/>
          <a:p>
            <a:r>
              <a:rPr lang="en-US" b="1"/>
              <a:t>Reading a file</a:t>
            </a:r>
          </a:p>
          <a:p>
            <a:r>
              <a:rPr lang="en-US"/>
              <a:t>To read a file, open it in read mode ('</a:t>
            </a:r>
            <a:r>
              <a:rPr lang="en-US" b="1">
                <a:solidFill>
                  <a:srgbClr val="7030A0"/>
                </a:solidFill>
              </a:rPr>
              <a:t>r'</a:t>
            </a:r>
            <a:r>
              <a:rPr lang="en-US"/>
              <a:t>) and use the </a:t>
            </a:r>
            <a:r>
              <a:rPr lang="en-US" b="1">
                <a:solidFill>
                  <a:srgbClr val="7030A0"/>
                </a:solidFill>
              </a:rPr>
              <a:t>.read( ) </a:t>
            </a:r>
            <a:r>
              <a:rPr lang="en-US"/>
              <a:t>method.</a:t>
            </a:r>
          </a:p>
        </p:txBody>
      </p:sp>
      <p:sp>
        <p:nvSpPr>
          <p:cNvPr id="7" name="Flowchart: Alternate Process 6">
            <a:extLst>
              <a:ext uri="{FF2B5EF4-FFF2-40B4-BE49-F238E27FC236}">
                <a16:creationId xmlns:a16="http://schemas.microsoft.com/office/drawing/2014/main" id="{AAB9A1A0-B5FF-6502-1C5F-CEC835FF95A7}"/>
              </a:ext>
            </a:extLst>
          </p:cNvPr>
          <p:cNvSpPr/>
          <p:nvPr/>
        </p:nvSpPr>
        <p:spPr>
          <a:xfrm>
            <a:off x="396873" y="1766540"/>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 = open('</a:t>
            </a:r>
            <a:r>
              <a:rPr lang="en-US">
                <a:solidFill>
                  <a:srgbClr val="00B050"/>
                </a:solidFill>
                <a:latin typeface="Courier New" panose="02070309020205020404" pitchFamily="49" charset="0"/>
                <a:cs typeface="Courier New" panose="02070309020205020404" pitchFamily="49" charset="0"/>
              </a:rPr>
              <a:t>carmen_ohio.txt</a:t>
            </a:r>
            <a:r>
              <a:rPr lang="en-US">
                <a:solidFill>
                  <a:schemeClr val="tx1"/>
                </a:solidFill>
                <a:latin typeface="Courier New" panose="02070309020205020404" pitchFamily="49" charset="0"/>
                <a:cs typeface="Courier New" panose="02070309020205020404" pitchFamily="49" charset="0"/>
              </a:rPr>
              <a:t>', mode='</a:t>
            </a:r>
            <a:r>
              <a:rPr lang="en-US">
                <a:solidFill>
                  <a:srgbClr val="00B050"/>
                </a:solidFill>
                <a:latin typeface="Courier New" panose="02070309020205020404" pitchFamily="49" charset="0"/>
                <a:cs typeface="Courier New" panose="02070309020205020404" pitchFamily="49" charset="0"/>
              </a:rPr>
              <a:t>r</a:t>
            </a:r>
            <a:r>
              <a:rPr lang="en-US">
                <a:solidFill>
                  <a:schemeClr val="tx1"/>
                </a:solidFill>
                <a:latin typeface="Courier New" panose="02070309020205020404" pitchFamily="49" charset="0"/>
                <a:cs typeface="Courier New" panose="02070309020205020404" pitchFamily="49" charset="0"/>
              </a:rPr>
              <a:t>', 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').read()</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
        <p:nvSpPr>
          <p:cNvPr id="3" name="Content Placeholder 4">
            <a:extLst>
              <a:ext uri="{FF2B5EF4-FFF2-40B4-BE49-F238E27FC236}">
                <a16:creationId xmlns:a16="http://schemas.microsoft.com/office/drawing/2014/main" id="{1CDC8EFE-701D-A201-BB6A-0E1EAEFC3802}"/>
              </a:ext>
            </a:extLst>
          </p:cNvPr>
          <p:cNvSpPr txBox="1">
            <a:spLocks/>
          </p:cNvSpPr>
          <p:nvPr/>
        </p:nvSpPr>
        <p:spPr>
          <a:xfrm>
            <a:off x="396873" y="3429000"/>
            <a:ext cx="11398254" cy="846579"/>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Alternative</a:t>
            </a:r>
          </a:p>
          <a:p>
            <a:r>
              <a:rPr lang="en-US"/>
              <a:t>Use a with block to open the file in read mode and use the </a:t>
            </a:r>
            <a:r>
              <a:rPr lang="en-US" b="1">
                <a:solidFill>
                  <a:srgbClr val="7030A0"/>
                </a:solidFill>
              </a:rPr>
              <a:t>.read() </a:t>
            </a:r>
            <a:r>
              <a:rPr lang="en-US"/>
              <a:t>method</a:t>
            </a:r>
          </a:p>
        </p:txBody>
      </p:sp>
      <p:sp>
        <p:nvSpPr>
          <p:cNvPr id="4" name="Flowchart: Alternate Process 3">
            <a:extLst>
              <a:ext uri="{FF2B5EF4-FFF2-40B4-BE49-F238E27FC236}">
                <a16:creationId xmlns:a16="http://schemas.microsoft.com/office/drawing/2014/main" id="{0AE005EF-FF54-0D31-09C6-92D48579451C}"/>
              </a:ext>
            </a:extLst>
          </p:cNvPr>
          <p:cNvSpPr/>
          <p:nvPr/>
        </p:nvSpPr>
        <p:spPr>
          <a:xfrm>
            <a:off x="396873" y="4288004"/>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with open('</a:t>
            </a:r>
            <a:r>
              <a:rPr lang="en-US">
                <a:solidFill>
                  <a:srgbClr val="00B050"/>
                </a:solidFill>
                <a:latin typeface="Courier New" panose="02070309020205020404" pitchFamily="49" charset="0"/>
                <a:cs typeface="Courier New" panose="02070309020205020404" pitchFamily="49" charset="0"/>
              </a:rPr>
              <a:t>carmen_ohio.txt</a:t>
            </a:r>
            <a:r>
              <a:rPr lang="en-US">
                <a:solidFill>
                  <a:schemeClr val="tx1"/>
                </a:solidFill>
                <a:latin typeface="Courier New" panose="02070309020205020404" pitchFamily="49" charset="0"/>
                <a:cs typeface="Courier New" panose="02070309020205020404" pitchFamily="49" charset="0"/>
              </a:rPr>
              <a:t>', mode='</a:t>
            </a:r>
            <a:r>
              <a:rPr lang="en-US">
                <a:solidFill>
                  <a:srgbClr val="00B050"/>
                </a:solidFill>
                <a:latin typeface="Courier New" panose="02070309020205020404" pitchFamily="49" charset="0"/>
                <a:cs typeface="Courier New" panose="02070309020205020404" pitchFamily="49" charset="0"/>
              </a:rPr>
              <a:t>r</a:t>
            </a:r>
            <a:r>
              <a:rPr lang="en-US">
                <a:solidFill>
                  <a:schemeClr val="tx1"/>
                </a:solidFill>
                <a:latin typeface="Courier New" panose="02070309020205020404" pitchFamily="49" charset="0"/>
                <a:cs typeface="Courier New" panose="02070309020205020404" pitchFamily="49" charset="0"/>
              </a:rPr>
              <a:t>', 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 as file:</a:t>
            </a:r>
          </a:p>
          <a:p>
            <a:r>
              <a:rPr lang="en-US">
                <a:solidFill>
                  <a:schemeClr val="tx1"/>
                </a:solidFill>
                <a:latin typeface="Courier New" panose="02070309020205020404" pitchFamily="49" charset="0"/>
                <a:cs typeface="Courier New" panose="02070309020205020404" pitchFamily="49" charset="0"/>
              </a:rPr>
              <a:t>	content = </a:t>
            </a:r>
            <a:r>
              <a:rPr lang="en-US" err="1">
                <a:solidFill>
                  <a:schemeClr val="tx1"/>
                </a:solidFill>
                <a:latin typeface="Courier New" panose="02070309020205020404" pitchFamily="49" charset="0"/>
                <a:cs typeface="Courier New" panose="02070309020205020404" pitchFamily="49" charset="0"/>
              </a:rPr>
              <a:t>file.read</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44868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4C9E9-FDB1-FD58-BD66-5EA8D63A92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B3C58F-A10E-7EBC-9306-C19B496E5586}"/>
              </a:ext>
            </a:extLst>
          </p:cNvPr>
          <p:cNvSpPr>
            <a:spLocks noGrp="1"/>
          </p:cNvSpPr>
          <p:nvPr>
            <p:ph type="sldNum" sz="quarter" idx="12"/>
          </p:nvPr>
        </p:nvSpPr>
        <p:spPr/>
        <p:txBody>
          <a:bodyPr/>
          <a:lstStyle/>
          <a:p>
            <a:fld id="{DFA4CD3D-26C8-47FF-8D13-9B32BAAB4735}" type="slidenum">
              <a:rPr lang="en-US" smtClean="0"/>
              <a:t>30</a:t>
            </a:fld>
            <a:endParaRPr lang="en-US"/>
          </a:p>
        </p:txBody>
      </p:sp>
      <p:sp>
        <p:nvSpPr>
          <p:cNvPr id="5" name="Content Placeholder 4">
            <a:extLst>
              <a:ext uri="{FF2B5EF4-FFF2-40B4-BE49-F238E27FC236}">
                <a16:creationId xmlns:a16="http://schemas.microsoft.com/office/drawing/2014/main" id="{29242726-69BA-C0C2-3E3B-DA0BFA03D048}"/>
              </a:ext>
            </a:extLst>
          </p:cNvPr>
          <p:cNvSpPr>
            <a:spLocks noGrp="1"/>
          </p:cNvSpPr>
          <p:nvPr>
            <p:ph idx="1"/>
          </p:nvPr>
        </p:nvSpPr>
        <p:spPr>
          <a:xfrm>
            <a:off x="396873" y="753621"/>
            <a:ext cx="11398254" cy="2089396"/>
          </a:xfrm>
        </p:spPr>
        <p:txBody>
          <a:bodyPr>
            <a:normAutofit fontScale="92500" lnSpcReduction="20000"/>
          </a:bodyPr>
          <a:lstStyle/>
          <a:p>
            <a:r>
              <a:rPr lang="en-US" sz="2600" b="1"/>
              <a:t>Write to a file</a:t>
            </a:r>
          </a:p>
          <a:p>
            <a:r>
              <a:rPr lang="en-US" sz="2600"/>
              <a:t>To write to a file, open it in write mode (</a:t>
            </a:r>
            <a:r>
              <a:rPr lang="en-US" sz="2600" b="1">
                <a:solidFill>
                  <a:srgbClr val="7030A0"/>
                </a:solidFill>
              </a:rPr>
              <a:t>'w'</a:t>
            </a:r>
            <a:r>
              <a:rPr lang="en-US" sz="2600">
                <a:solidFill>
                  <a:schemeClr val="tx1"/>
                </a:solidFill>
              </a:rPr>
              <a:t>). This will </a:t>
            </a:r>
            <a:r>
              <a:rPr lang="en-US" sz="2600" b="1">
                <a:solidFill>
                  <a:schemeClr val="tx1"/>
                </a:solidFill>
              </a:rPr>
              <a:t>overwrite</a:t>
            </a:r>
            <a:r>
              <a:rPr lang="en-US" sz="2600">
                <a:solidFill>
                  <a:schemeClr val="tx1"/>
                </a:solidFill>
              </a:rPr>
              <a:t> the file if it already exists. </a:t>
            </a:r>
          </a:p>
          <a:p>
            <a:endParaRPr lang="en-US" sz="2600">
              <a:solidFill>
                <a:schemeClr val="tx1"/>
              </a:solidFill>
            </a:endParaRPr>
          </a:p>
          <a:p>
            <a:pPr>
              <a:spcBef>
                <a:spcPts val="600"/>
              </a:spcBef>
            </a:pPr>
            <a:r>
              <a:rPr lang="en-US" sz="2600">
                <a:solidFill>
                  <a:schemeClr val="tx1"/>
                </a:solidFill>
              </a:rPr>
              <a:t>If you don't specify a mode, Python defaults to </a:t>
            </a:r>
            <a:r>
              <a:rPr lang="en-US" sz="2600" b="1">
                <a:solidFill>
                  <a:srgbClr val="7030A0"/>
                </a:solidFill>
              </a:rPr>
              <a:t>'r'</a:t>
            </a:r>
            <a:r>
              <a:rPr lang="en-US" sz="2600">
                <a:solidFill>
                  <a:schemeClr val="tx1"/>
                </a:solidFill>
              </a:rPr>
              <a:t> (read mode), so it's important to explicitly set </a:t>
            </a:r>
            <a:r>
              <a:rPr lang="en-US" sz="2600" b="1">
                <a:solidFill>
                  <a:srgbClr val="7030A0"/>
                </a:solidFill>
              </a:rPr>
              <a:t>mode='w' </a:t>
            </a:r>
            <a:r>
              <a:rPr lang="en-US" sz="2600">
                <a:solidFill>
                  <a:schemeClr val="tx1"/>
                </a:solidFill>
              </a:rPr>
              <a:t>when writing</a:t>
            </a:r>
            <a:endParaRPr lang="en-US" sz="2600"/>
          </a:p>
        </p:txBody>
      </p:sp>
      <p:sp>
        <p:nvSpPr>
          <p:cNvPr id="7" name="Flowchart: Alternate Process 6">
            <a:extLst>
              <a:ext uri="{FF2B5EF4-FFF2-40B4-BE49-F238E27FC236}">
                <a16:creationId xmlns:a16="http://schemas.microsoft.com/office/drawing/2014/main" id="{B4D937DD-BA90-00E7-79EA-2B70717B5D39}"/>
              </a:ext>
            </a:extLst>
          </p:cNvPr>
          <p:cNvSpPr/>
          <p:nvPr/>
        </p:nvSpPr>
        <p:spPr>
          <a:xfrm>
            <a:off x="396873" y="3087433"/>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open('</a:t>
            </a:r>
            <a:r>
              <a:rPr lang="en-US">
                <a:solidFill>
                  <a:srgbClr val="00B050"/>
                </a:solidFill>
                <a:latin typeface="Courier New" panose="02070309020205020404" pitchFamily="49" charset="0"/>
                <a:cs typeface="Courier New" panose="02070309020205020404" pitchFamily="49" charset="0"/>
              </a:rPr>
              <a:t>carmen_ohio_revised.txt</a:t>
            </a:r>
            <a:r>
              <a:rPr lang="en-US">
                <a:solidFill>
                  <a:schemeClr val="tx1"/>
                </a:solidFill>
                <a:latin typeface="Courier New" panose="02070309020205020404" pitchFamily="49" charset="0"/>
                <a:cs typeface="Courier New" panose="02070309020205020404" pitchFamily="49" charset="0"/>
              </a:rPr>
              <a:t>', mode='</a:t>
            </a:r>
            <a:r>
              <a:rPr lang="en-US">
                <a:solidFill>
                  <a:srgbClr val="00B050"/>
                </a:solidFill>
                <a:latin typeface="Courier New" panose="02070309020205020404" pitchFamily="49" charset="0"/>
                <a:cs typeface="Courier New" panose="02070309020205020404" pitchFamily="49" charset="0"/>
              </a:rPr>
              <a:t>w</a:t>
            </a:r>
            <a:r>
              <a:rPr lang="en-US">
                <a:solidFill>
                  <a:schemeClr val="tx1"/>
                </a:solidFill>
                <a:latin typeface="Courier New" panose="02070309020205020404" pitchFamily="49" charset="0"/>
                <a:cs typeface="Courier New" panose="02070309020205020404" pitchFamily="49" charset="0"/>
              </a:rPr>
              <a:t>', 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
        <p:nvSpPr>
          <p:cNvPr id="4" name="Flowchart: Alternate Process 3">
            <a:extLst>
              <a:ext uri="{FF2B5EF4-FFF2-40B4-BE49-F238E27FC236}">
                <a16:creationId xmlns:a16="http://schemas.microsoft.com/office/drawing/2014/main" id="{3EA3D731-83C4-A4F8-0A15-64E3A1D80BDA}"/>
              </a:ext>
            </a:extLst>
          </p:cNvPr>
          <p:cNvSpPr/>
          <p:nvPr/>
        </p:nvSpPr>
        <p:spPr>
          <a:xfrm>
            <a:off x="396873" y="4612009"/>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open('</a:t>
            </a:r>
            <a:r>
              <a:rPr lang="en-US">
                <a:solidFill>
                  <a:srgbClr val="00B050"/>
                </a:solidFill>
                <a:latin typeface="Courier New" panose="02070309020205020404" pitchFamily="49" charset="0"/>
                <a:cs typeface="Courier New" panose="02070309020205020404" pitchFamily="49" charset="0"/>
              </a:rPr>
              <a:t>carmen_ohio_revised.txt</a:t>
            </a:r>
            <a:r>
              <a:rPr lang="en-US">
                <a:solidFill>
                  <a:schemeClr val="tx1"/>
                </a:solidFill>
                <a:latin typeface="Courier New" panose="02070309020205020404" pitchFamily="49" charset="0"/>
                <a:cs typeface="Courier New" panose="02070309020205020404" pitchFamily="49" charset="0"/>
              </a:rPr>
              <a:t>', mode='</a:t>
            </a:r>
            <a:r>
              <a:rPr lang="en-US">
                <a:solidFill>
                  <a:srgbClr val="00B050"/>
                </a:solidFill>
                <a:latin typeface="Courier New" panose="02070309020205020404" pitchFamily="49" charset="0"/>
                <a:cs typeface="Courier New" panose="02070309020205020404" pitchFamily="49" charset="0"/>
              </a:rPr>
              <a:t>w</a:t>
            </a:r>
            <a:r>
              <a:rPr lang="en-US">
                <a:solidFill>
                  <a:schemeClr val="tx1"/>
                </a:solidFill>
                <a:latin typeface="Courier New" panose="02070309020205020404" pitchFamily="49" charset="0"/>
                <a:cs typeface="Courier New" panose="02070309020205020404" pitchFamily="49" charset="0"/>
              </a:rPr>
              <a:t>', 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')write("</a:t>
            </a:r>
            <a:r>
              <a:rPr lang="en-US">
                <a:solidFill>
                  <a:srgbClr val="00B050"/>
                </a:solidFill>
                <a:latin typeface="Courier New" panose="02070309020205020404" pitchFamily="49" charset="0"/>
                <a:cs typeface="Courier New" panose="02070309020205020404" pitchFamily="49" charset="0"/>
              </a:rPr>
              <a:t>Let's firm thy friendship again!</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
        <p:nvSpPr>
          <p:cNvPr id="8" name="Content Placeholder 4">
            <a:extLst>
              <a:ext uri="{FF2B5EF4-FFF2-40B4-BE49-F238E27FC236}">
                <a16:creationId xmlns:a16="http://schemas.microsoft.com/office/drawing/2014/main" id="{B9A43E6A-21E9-B599-5A10-2F8FEFDAE26B}"/>
              </a:ext>
            </a:extLst>
          </p:cNvPr>
          <p:cNvSpPr txBox="1">
            <a:spLocks/>
          </p:cNvSpPr>
          <p:nvPr/>
        </p:nvSpPr>
        <p:spPr>
          <a:xfrm>
            <a:off x="396873" y="3895729"/>
            <a:ext cx="11398254" cy="6400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This create an object. To add text to a file, use the </a:t>
            </a:r>
            <a:r>
              <a:rPr lang="en-US" b="1">
                <a:solidFill>
                  <a:srgbClr val="7030A0"/>
                </a:solidFill>
              </a:rPr>
              <a:t>.write( ) </a:t>
            </a:r>
            <a:r>
              <a:rPr lang="en-US"/>
              <a:t>method.</a:t>
            </a:r>
            <a:endParaRPr lang="en-US">
              <a:solidFill>
                <a:schemeClr val="tx1"/>
              </a:solidFill>
            </a:endParaRPr>
          </a:p>
          <a:p>
            <a:endParaRPr lang="en-US">
              <a:solidFill>
                <a:schemeClr val="tx1"/>
              </a:solidFill>
            </a:endParaRPr>
          </a:p>
        </p:txBody>
      </p:sp>
    </p:spTree>
    <p:extLst>
      <p:ext uri="{BB962C8B-B14F-4D97-AF65-F5344CB8AC3E}">
        <p14:creationId xmlns:p14="http://schemas.microsoft.com/office/powerpoint/2010/main" val="1099319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1FBBE4-1EA9-4CD5-0366-46B188AF22D7}"/>
              </a:ext>
            </a:extLst>
          </p:cNvPr>
          <p:cNvSpPr>
            <a:spLocks noGrp="1"/>
          </p:cNvSpPr>
          <p:nvPr>
            <p:ph type="sldNum" sz="quarter" idx="12"/>
          </p:nvPr>
        </p:nvSpPr>
        <p:spPr/>
        <p:txBody>
          <a:bodyPr/>
          <a:lstStyle/>
          <a:p>
            <a:fld id="{DFA4CD3D-26C8-47FF-8D13-9B32BAAB4735}" type="slidenum">
              <a:rPr lang="en-US" smtClean="0"/>
              <a:t>31</a:t>
            </a:fld>
            <a:endParaRPr lang="en-US"/>
          </a:p>
        </p:txBody>
      </p:sp>
      <p:pic>
        <p:nvPicPr>
          <p:cNvPr id="8" name="Picture 7">
            <a:extLst>
              <a:ext uri="{FF2B5EF4-FFF2-40B4-BE49-F238E27FC236}">
                <a16:creationId xmlns:a16="http://schemas.microsoft.com/office/drawing/2014/main" id="{338112E1-F61C-1421-452E-A7FBED39BE8D}"/>
              </a:ext>
            </a:extLst>
          </p:cNvPr>
          <p:cNvPicPr>
            <a:picLocks noChangeAspect="1"/>
          </p:cNvPicPr>
          <p:nvPr/>
        </p:nvPicPr>
        <p:blipFill>
          <a:blip r:embed="rId2"/>
          <a:stretch>
            <a:fillRect/>
          </a:stretch>
        </p:blipFill>
        <p:spPr>
          <a:xfrm>
            <a:off x="1837195" y="1459150"/>
            <a:ext cx="8517610" cy="2814936"/>
          </a:xfrm>
          <a:prstGeom prst="rect">
            <a:avLst/>
          </a:prstGeom>
        </p:spPr>
      </p:pic>
    </p:spTree>
    <p:extLst>
      <p:ext uri="{BB962C8B-B14F-4D97-AF65-F5344CB8AC3E}">
        <p14:creationId xmlns:p14="http://schemas.microsoft.com/office/powerpoint/2010/main" val="1885303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EB815-19A3-02C8-2AFB-655DC30197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9B77F9-482A-5D65-7A37-DA0317A16D93}"/>
              </a:ext>
            </a:extLst>
          </p:cNvPr>
          <p:cNvSpPr>
            <a:spLocks noGrp="1"/>
          </p:cNvSpPr>
          <p:nvPr>
            <p:ph type="sldNum" sz="quarter" idx="12"/>
          </p:nvPr>
        </p:nvSpPr>
        <p:spPr/>
        <p:txBody>
          <a:bodyPr/>
          <a:lstStyle/>
          <a:p>
            <a:fld id="{DFA4CD3D-26C8-47FF-8D13-9B32BAAB4735}" type="slidenum">
              <a:rPr lang="en-US" smtClean="0"/>
              <a:t>32</a:t>
            </a:fld>
            <a:endParaRPr lang="en-US"/>
          </a:p>
        </p:txBody>
      </p:sp>
      <p:sp>
        <p:nvSpPr>
          <p:cNvPr id="7" name="Title 6">
            <a:extLst>
              <a:ext uri="{FF2B5EF4-FFF2-40B4-BE49-F238E27FC236}">
                <a16:creationId xmlns:a16="http://schemas.microsoft.com/office/drawing/2014/main" id="{61814D23-A75B-9000-A5C0-563407315BD3}"/>
              </a:ext>
            </a:extLst>
          </p:cNvPr>
          <p:cNvSpPr>
            <a:spLocks noGrp="1"/>
          </p:cNvSpPr>
          <p:nvPr>
            <p:ph type="title"/>
          </p:nvPr>
        </p:nvSpPr>
        <p:spPr>
          <a:xfrm>
            <a:off x="396873" y="348698"/>
            <a:ext cx="11398253" cy="838854"/>
          </a:xfrm>
        </p:spPr>
        <p:txBody>
          <a:bodyPr/>
          <a:lstStyle/>
          <a:p>
            <a:r>
              <a:rPr lang="en-US"/>
              <a:t>Common string methods</a:t>
            </a:r>
          </a:p>
        </p:txBody>
      </p:sp>
      <p:graphicFrame>
        <p:nvGraphicFramePr>
          <p:cNvPr id="3" name="Content Placeholder 2">
            <a:extLst>
              <a:ext uri="{FF2B5EF4-FFF2-40B4-BE49-F238E27FC236}">
                <a16:creationId xmlns:a16="http://schemas.microsoft.com/office/drawing/2014/main" id="{FEE56023-FE62-C71F-D5B9-AA6C57AB0C09}"/>
              </a:ext>
            </a:extLst>
          </p:cNvPr>
          <p:cNvGraphicFramePr>
            <a:graphicFrameLocks noGrp="1"/>
          </p:cNvGraphicFramePr>
          <p:nvPr>
            <p:ph idx="1"/>
            <p:extLst>
              <p:ext uri="{D42A27DB-BD31-4B8C-83A1-F6EECF244321}">
                <p14:modId xmlns:p14="http://schemas.microsoft.com/office/powerpoint/2010/main" val="2424781221"/>
              </p:ext>
            </p:extLst>
          </p:nvPr>
        </p:nvGraphicFramePr>
        <p:xfrm>
          <a:off x="396876" y="1081332"/>
          <a:ext cx="11398250" cy="4348480"/>
        </p:xfrm>
        <a:graphic>
          <a:graphicData uri="http://schemas.openxmlformats.org/drawingml/2006/table">
            <a:tbl>
              <a:tblPr firstRow="1" bandRow="1">
                <a:tableStyleId>{5C22544A-7EE6-4342-B048-85BDC9FD1C3A}</a:tableStyleId>
              </a:tblPr>
              <a:tblGrid>
                <a:gridCol w="5699125">
                  <a:extLst>
                    <a:ext uri="{9D8B030D-6E8A-4147-A177-3AD203B41FA5}">
                      <a16:colId xmlns:a16="http://schemas.microsoft.com/office/drawing/2014/main" val="1449782762"/>
                    </a:ext>
                  </a:extLst>
                </a:gridCol>
                <a:gridCol w="5699125">
                  <a:extLst>
                    <a:ext uri="{9D8B030D-6E8A-4147-A177-3AD203B41FA5}">
                      <a16:colId xmlns:a16="http://schemas.microsoft.com/office/drawing/2014/main" val="1423539094"/>
                    </a:ext>
                  </a:extLst>
                </a:gridCol>
              </a:tblGrid>
              <a:tr h="370840">
                <a:tc>
                  <a:txBody>
                    <a:bodyPr/>
                    <a:lstStyle/>
                    <a:p>
                      <a:r>
                        <a:rPr lang="en-US"/>
                        <a:t>Method</a:t>
                      </a:r>
                    </a:p>
                  </a:txBody>
                  <a:tcPr/>
                </a:tc>
                <a:tc>
                  <a:txBody>
                    <a:bodyPr/>
                    <a:lstStyle/>
                    <a:p>
                      <a:r>
                        <a:rPr lang="en-US"/>
                        <a:t>Description</a:t>
                      </a:r>
                    </a:p>
                  </a:txBody>
                  <a:tcPr/>
                </a:tc>
                <a:extLst>
                  <a:ext uri="{0D108BD9-81ED-4DB2-BD59-A6C34878D82A}">
                    <a16:rowId xmlns:a16="http://schemas.microsoft.com/office/drawing/2014/main" val="1875512556"/>
                  </a:ext>
                </a:extLst>
              </a:tr>
              <a:tr h="370840">
                <a:tc>
                  <a:txBody>
                    <a:bodyPr/>
                    <a:lstStyle/>
                    <a:p>
                      <a:r>
                        <a:rPr lang="en-US" err="1">
                          <a:solidFill>
                            <a:srgbClr val="7030A0"/>
                          </a:solidFill>
                        </a:rPr>
                        <a:t>string.lower</a:t>
                      </a:r>
                      <a:r>
                        <a:rPr lang="en-US">
                          <a:solidFill>
                            <a:srgbClr val="7030A0"/>
                          </a:solidFill>
                        </a:rPr>
                        <a:t>( )</a:t>
                      </a:r>
                    </a:p>
                  </a:txBody>
                  <a:tcPr/>
                </a:tc>
                <a:tc>
                  <a:txBody>
                    <a:bodyPr/>
                    <a:lstStyle/>
                    <a:p>
                      <a:r>
                        <a:rPr lang="en-US"/>
                        <a:t>Converts all characters to lowercase</a:t>
                      </a:r>
                    </a:p>
                  </a:txBody>
                  <a:tcPr/>
                </a:tc>
                <a:extLst>
                  <a:ext uri="{0D108BD9-81ED-4DB2-BD59-A6C34878D82A}">
                    <a16:rowId xmlns:a16="http://schemas.microsoft.com/office/drawing/2014/main" val="244123450"/>
                  </a:ext>
                </a:extLst>
              </a:tr>
              <a:tr h="370840">
                <a:tc>
                  <a:txBody>
                    <a:bodyPr/>
                    <a:lstStyle/>
                    <a:p>
                      <a:r>
                        <a:rPr lang="en-US" err="1">
                          <a:solidFill>
                            <a:srgbClr val="7030A0"/>
                          </a:solidFill>
                        </a:rPr>
                        <a:t>string.upper</a:t>
                      </a:r>
                      <a:r>
                        <a:rPr lang="en-US">
                          <a:solidFill>
                            <a:srgbClr val="7030A0"/>
                          </a:solidFill>
                        </a:rPr>
                        <a:t> ( )</a:t>
                      </a:r>
                    </a:p>
                  </a:txBody>
                  <a:tcPr/>
                </a:tc>
                <a:tc>
                  <a:txBody>
                    <a:bodyPr/>
                    <a:lstStyle/>
                    <a:p>
                      <a:r>
                        <a:rPr lang="en-US"/>
                        <a:t>Converts all characters to uppercase</a:t>
                      </a:r>
                    </a:p>
                  </a:txBody>
                  <a:tcPr/>
                </a:tc>
                <a:extLst>
                  <a:ext uri="{0D108BD9-81ED-4DB2-BD59-A6C34878D82A}">
                    <a16:rowId xmlns:a16="http://schemas.microsoft.com/office/drawing/2014/main" val="1740900415"/>
                  </a:ext>
                </a:extLst>
              </a:tr>
              <a:tr h="370840">
                <a:tc>
                  <a:txBody>
                    <a:bodyPr/>
                    <a:lstStyle/>
                    <a:p>
                      <a:r>
                        <a:rPr lang="en-US" err="1">
                          <a:solidFill>
                            <a:srgbClr val="7030A0"/>
                          </a:solidFill>
                        </a:rPr>
                        <a:t>string.title</a:t>
                      </a:r>
                      <a:r>
                        <a:rPr lang="en-US">
                          <a:solidFill>
                            <a:srgbClr val="7030A0"/>
                          </a:solidFill>
                        </a:rPr>
                        <a:t>( )</a:t>
                      </a:r>
                    </a:p>
                  </a:txBody>
                  <a:tcPr/>
                </a:tc>
                <a:tc>
                  <a:txBody>
                    <a:bodyPr/>
                    <a:lstStyle/>
                    <a:p>
                      <a:r>
                        <a:rPr lang="en-US"/>
                        <a:t>Capitalizes the first letter of each word</a:t>
                      </a:r>
                    </a:p>
                  </a:txBody>
                  <a:tcPr/>
                </a:tc>
                <a:extLst>
                  <a:ext uri="{0D108BD9-81ED-4DB2-BD59-A6C34878D82A}">
                    <a16:rowId xmlns:a16="http://schemas.microsoft.com/office/drawing/2014/main" val="962614941"/>
                  </a:ext>
                </a:extLst>
              </a:tr>
              <a:tr h="370840">
                <a:tc>
                  <a:txBody>
                    <a:bodyPr/>
                    <a:lstStyle/>
                    <a:p>
                      <a:r>
                        <a:rPr lang="en-US" err="1">
                          <a:solidFill>
                            <a:srgbClr val="7030A0"/>
                          </a:solidFill>
                        </a:rPr>
                        <a:t>string.strip</a:t>
                      </a:r>
                      <a:r>
                        <a:rPr lang="en-US">
                          <a:solidFill>
                            <a:srgbClr val="7030A0"/>
                          </a:solidFill>
                        </a:rPr>
                        <a:t>( )</a:t>
                      </a:r>
                    </a:p>
                  </a:txBody>
                  <a:tcPr/>
                </a:tc>
                <a:tc>
                  <a:txBody>
                    <a:bodyPr/>
                    <a:lstStyle/>
                    <a:p>
                      <a:r>
                        <a:rPr lang="en-US"/>
                        <a:t>Removes leading and trailing white space</a:t>
                      </a:r>
                    </a:p>
                  </a:txBody>
                  <a:tcPr/>
                </a:tc>
                <a:extLst>
                  <a:ext uri="{0D108BD9-81ED-4DB2-BD59-A6C34878D82A}">
                    <a16:rowId xmlns:a16="http://schemas.microsoft.com/office/drawing/2014/main" val="1492235619"/>
                  </a:ext>
                </a:extLst>
              </a:tr>
              <a:tr h="370840">
                <a:tc>
                  <a:txBody>
                    <a:bodyPr/>
                    <a:lstStyle/>
                    <a:p>
                      <a:r>
                        <a:rPr lang="en-US" err="1">
                          <a:solidFill>
                            <a:srgbClr val="7030A0"/>
                          </a:solidFill>
                        </a:rPr>
                        <a:t>string.replace</a:t>
                      </a:r>
                      <a:r>
                        <a:rPr lang="en-US">
                          <a:solidFill>
                            <a:srgbClr val="7030A0"/>
                          </a:solidFill>
                        </a:rPr>
                        <a:t>('old string' , 'new string')</a:t>
                      </a:r>
                    </a:p>
                  </a:txBody>
                  <a:tcPr/>
                </a:tc>
                <a:tc>
                  <a:txBody>
                    <a:bodyPr/>
                    <a:lstStyle/>
                    <a:p>
                      <a:r>
                        <a:rPr lang="en-US"/>
                        <a:t>Replaces all occurrences of </a:t>
                      </a:r>
                      <a:r>
                        <a:rPr lang="en-US" b="1">
                          <a:solidFill>
                            <a:srgbClr val="7030A0"/>
                          </a:solidFill>
                        </a:rPr>
                        <a:t>old </a:t>
                      </a:r>
                      <a:r>
                        <a:rPr lang="en-US"/>
                        <a:t>with </a:t>
                      </a:r>
                      <a:r>
                        <a:rPr lang="en-US" b="1">
                          <a:solidFill>
                            <a:srgbClr val="7030A0"/>
                          </a:solidFill>
                        </a:rPr>
                        <a:t>new</a:t>
                      </a:r>
                    </a:p>
                  </a:txBody>
                  <a:tcPr/>
                </a:tc>
                <a:extLst>
                  <a:ext uri="{0D108BD9-81ED-4DB2-BD59-A6C34878D82A}">
                    <a16:rowId xmlns:a16="http://schemas.microsoft.com/office/drawing/2014/main" val="4267405744"/>
                  </a:ext>
                </a:extLst>
              </a:tr>
              <a:tr h="370840">
                <a:tc>
                  <a:txBody>
                    <a:bodyPr/>
                    <a:lstStyle/>
                    <a:p>
                      <a:r>
                        <a:rPr lang="en-US" err="1">
                          <a:solidFill>
                            <a:srgbClr val="7030A0"/>
                          </a:solidFill>
                        </a:rPr>
                        <a:t>string.split</a:t>
                      </a:r>
                      <a:r>
                        <a:rPr lang="en-US">
                          <a:solidFill>
                            <a:srgbClr val="7030A0"/>
                          </a:solidFill>
                        </a:rPr>
                        <a:t>('</a:t>
                      </a:r>
                      <a:r>
                        <a:rPr lang="en-US" err="1">
                          <a:solidFill>
                            <a:srgbClr val="7030A0"/>
                          </a:solidFill>
                        </a:rPr>
                        <a:t>delim</a:t>
                      </a:r>
                      <a:r>
                        <a:rPr lang="en-US">
                          <a:solidFill>
                            <a:srgbClr val="7030A0"/>
                          </a:solidFill>
                        </a:rPr>
                        <a:t>')</a:t>
                      </a:r>
                    </a:p>
                  </a:txBody>
                  <a:tcPr/>
                </a:tc>
                <a:tc>
                  <a:txBody>
                    <a:bodyPr/>
                    <a:lstStyle/>
                    <a:p>
                      <a:r>
                        <a:rPr lang="en-US"/>
                        <a:t>Splits the string into a list using the specified delimiter</a:t>
                      </a:r>
                    </a:p>
                  </a:txBody>
                  <a:tcPr/>
                </a:tc>
                <a:extLst>
                  <a:ext uri="{0D108BD9-81ED-4DB2-BD59-A6C34878D82A}">
                    <a16:rowId xmlns:a16="http://schemas.microsoft.com/office/drawing/2014/main" val="1844701525"/>
                  </a:ext>
                </a:extLst>
              </a:tr>
              <a:tr h="370840">
                <a:tc>
                  <a:txBody>
                    <a:bodyPr/>
                    <a:lstStyle/>
                    <a:p>
                      <a:r>
                        <a:rPr lang="en-US" err="1">
                          <a:solidFill>
                            <a:srgbClr val="7030A0"/>
                          </a:solidFill>
                        </a:rPr>
                        <a:t>string.join</a:t>
                      </a:r>
                      <a:r>
                        <a:rPr lang="en-US">
                          <a:solidFill>
                            <a:srgbClr val="7030A0"/>
                          </a:solidFill>
                        </a:rPr>
                        <a:t>(list)</a:t>
                      </a:r>
                    </a:p>
                  </a:txBody>
                  <a:tcPr/>
                </a:tc>
                <a:tc>
                  <a:txBody>
                    <a:bodyPr/>
                    <a:lstStyle/>
                    <a:p>
                      <a:r>
                        <a:rPr lang="en-US"/>
                        <a:t>Joines elements of a list into a string using the specified delimiter</a:t>
                      </a:r>
                    </a:p>
                  </a:txBody>
                  <a:tcPr/>
                </a:tc>
                <a:extLst>
                  <a:ext uri="{0D108BD9-81ED-4DB2-BD59-A6C34878D82A}">
                    <a16:rowId xmlns:a16="http://schemas.microsoft.com/office/drawing/2014/main" val="1661496110"/>
                  </a:ext>
                </a:extLst>
              </a:tr>
              <a:tr h="370840">
                <a:tc>
                  <a:txBody>
                    <a:bodyPr/>
                    <a:lstStyle/>
                    <a:p>
                      <a:r>
                        <a:rPr lang="en-US" err="1">
                          <a:solidFill>
                            <a:srgbClr val="7030A0"/>
                          </a:solidFill>
                        </a:rPr>
                        <a:t>string.startswith</a:t>
                      </a:r>
                      <a:r>
                        <a:rPr lang="en-US">
                          <a:solidFill>
                            <a:srgbClr val="7030A0"/>
                          </a:solidFill>
                        </a:rPr>
                        <a:t>('some string')</a:t>
                      </a:r>
                    </a:p>
                  </a:txBody>
                  <a:tcPr/>
                </a:tc>
                <a:tc>
                  <a:txBody>
                    <a:bodyPr/>
                    <a:lstStyle/>
                    <a:p>
                      <a:r>
                        <a:rPr lang="en-US"/>
                        <a:t>Returns </a:t>
                      </a:r>
                      <a:r>
                        <a:rPr lang="en-US" b="1">
                          <a:solidFill>
                            <a:srgbClr val="7030A0"/>
                          </a:solidFill>
                        </a:rPr>
                        <a:t>True</a:t>
                      </a:r>
                      <a:r>
                        <a:rPr lang="en-US"/>
                        <a:t> if the string starts with the specified text</a:t>
                      </a:r>
                    </a:p>
                  </a:txBody>
                  <a:tcPr/>
                </a:tc>
                <a:extLst>
                  <a:ext uri="{0D108BD9-81ED-4DB2-BD59-A6C34878D82A}">
                    <a16:rowId xmlns:a16="http://schemas.microsoft.com/office/drawing/2014/main" val="278342640"/>
                  </a:ext>
                </a:extLst>
              </a:tr>
              <a:tr h="370840">
                <a:tc>
                  <a:txBody>
                    <a:bodyPr/>
                    <a:lstStyle/>
                    <a:p>
                      <a:r>
                        <a:rPr lang="en-US" err="1">
                          <a:solidFill>
                            <a:srgbClr val="7030A0"/>
                          </a:solidFill>
                        </a:rPr>
                        <a:t>string.endswith</a:t>
                      </a:r>
                      <a:r>
                        <a:rPr lang="en-US">
                          <a:solidFill>
                            <a:srgbClr val="7030A0"/>
                          </a:solidFill>
                        </a:rPr>
                        <a:t>('some string')</a:t>
                      </a:r>
                    </a:p>
                  </a:txBody>
                  <a:tcPr/>
                </a:tc>
                <a:tc>
                  <a:txBody>
                    <a:bodyPr/>
                    <a:lstStyle/>
                    <a:p>
                      <a:r>
                        <a:rPr lang="en-US"/>
                        <a:t>Returns </a:t>
                      </a:r>
                      <a:r>
                        <a:rPr lang="en-US" b="1">
                          <a:solidFill>
                            <a:srgbClr val="7030A0"/>
                          </a:solidFill>
                        </a:rPr>
                        <a:t>True</a:t>
                      </a:r>
                      <a:r>
                        <a:rPr lang="en-US"/>
                        <a:t> if the string ends with the specified text</a:t>
                      </a:r>
                    </a:p>
                  </a:txBody>
                  <a:tcPr/>
                </a:tc>
                <a:extLst>
                  <a:ext uri="{0D108BD9-81ED-4DB2-BD59-A6C34878D82A}">
                    <a16:rowId xmlns:a16="http://schemas.microsoft.com/office/drawing/2014/main" val="3734356505"/>
                  </a:ext>
                </a:extLst>
              </a:tr>
              <a:tr h="370840">
                <a:tc>
                  <a:txBody>
                    <a:bodyPr/>
                    <a:lstStyle/>
                    <a:p>
                      <a:r>
                        <a:rPr lang="en-US" err="1">
                          <a:solidFill>
                            <a:srgbClr val="7030A0"/>
                          </a:solidFill>
                        </a:rPr>
                        <a:t>string.isspace</a:t>
                      </a:r>
                      <a:r>
                        <a:rPr lang="en-US">
                          <a:solidFill>
                            <a:srgbClr val="7030A0"/>
                          </a:solidFill>
                        </a:rPr>
                        <a:t>( )</a:t>
                      </a:r>
                    </a:p>
                  </a:txBody>
                  <a:tcPr/>
                </a:tc>
                <a:tc>
                  <a:txBody>
                    <a:bodyPr/>
                    <a:lstStyle/>
                    <a:p>
                      <a:r>
                        <a:rPr lang="en-US"/>
                        <a:t>Returns </a:t>
                      </a:r>
                      <a:r>
                        <a:rPr lang="en-US" b="1">
                          <a:solidFill>
                            <a:srgbClr val="7030A0"/>
                          </a:solidFill>
                        </a:rPr>
                        <a:t>True</a:t>
                      </a:r>
                      <a:r>
                        <a:rPr lang="en-US"/>
                        <a:t> if the string contains only whitespace</a:t>
                      </a:r>
                    </a:p>
                  </a:txBody>
                  <a:tcPr/>
                </a:tc>
                <a:extLst>
                  <a:ext uri="{0D108BD9-81ED-4DB2-BD59-A6C34878D82A}">
                    <a16:rowId xmlns:a16="http://schemas.microsoft.com/office/drawing/2014/main" val="3933890343"/>
                  </a:ext>
                </a:extLst>
              </a:tr>
            </a:tbl>
          </a:graphicData>
        </a:graphic>
      </p:graphicFrame>
    </p:spTree>
    <p:extLst>
      <p:ext uri="{BB962C8B-B14F-4D97-AF65-F5344CB8AC3E}">
        <p14:creationId xmlns:p14="http://schemas.microsoft.com/office/powerpoint/2010/main" val="3541631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FDEB0-493A-B7CF-B20B-24744AAC32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22EF2F-3295-9C77-92EF-E93A4DCDCC32}"/>
              </a:ext>
            </a:extLst>
          </p:cNvPr>
          <p:cNvSpPr>
            <a:spLocks noGrp="1"/>
          </p:cNvSpPr>
          <p:nvPr>
            <p:ph type="sldNum" sz="quarter" idx="12"/>
          </p:nvPr>
        </p:nvSpPr>
        <p:spPr/>
        <p:txBody>
          <a:bodyPr/>
          <a:lstStyle/>
          <a:p>
            <a:fld id="{DFA4CD3D-26C8-47FF-8D13-9B32BAAB4735}" type="slidenum">
              <a:rPr lang="en-US" smtClean="0"/>
              <a:t>33</a:t>
            </a:fld>
            <a:endParaRPr lang="en-US"/>
          </a:p>
        </p:txBody>
      </p:sp>
      <p:sp>
        <p:nvSpPr>
          <p:cNvPr id="5" name="Content Placeholder 4">
            <a:extLst>
              <a:ext uri="{FF2B5EF4-FFF2-40B4-BE49-F238E27FC236}">
                <a16:creationId xmlns:a16="http://schemas.microsoft.com/office/drawing/2014/main" id="{3BF5037F-B1C3-E92C-C573-6CDB87F5A8C2}"/>
              </a:ext>
            </a:extLst>
          </p:cNvPr>
          <p:cNvSpPr>
            <a:spLocks noGrp="1"/>
          </p:cNvSpPr>
          <p:nvPr>
            <p:ph idx="1"/>
          </p:nvPr>
        </p:nvSpPr>
        <p:spPr>
          <a:xfrm>
            <a:off x="396873" y="753621"/>
            <a:ext cx="11398254" cy="2089396"/>
          </a:xfrm>
        </p:spPr>
        <p:txBody>
          <a:bodyPr>
            <a:normAutofit lnSpcReduction="10000"/>
          </a:bodyPr>
          <a:lstStyle/>
          <a:p>
            <a:r>
              <a:rPr lang="en-US" sz="2600" b="1"/>
              <a:t>Replace text in a string</a:t>
            </a:r>
          </a:p>
          <a:p>
            <a:r>
              <a:rPr lang="en-US" sz="2600"/>
              <a:t>Replace the word </a:t>
            </a:r>
            <a:r>
              <a:rPr lang="en-US" sz="2600" b="1">
                <a:solidFill>
                  <a:srgbClr val="7030A0"/>
                </a:solidFill>
              </a:rPr>
              <a:t>praise </a:t>
            </a:r>
            <a:r>
              <a:rPr lang="en-US" sz="2600">
                <a:solidFill>
                  <a:schemeClr val="tx1"/>
                </a:solidFill>
              </a:rPr>
              <a:t>in the first sentence of </a:t>
            </a:r>
            <a:r>
              <a:rPr lang="en-US" sz="2600" err="1">
                <a:solidFill>
                  <a:schemeClr val="tx1"/>
                </a:solidFill>
              </a:rPr>
              <a:t>carmen_ohio</a:t>
            </a:r>
            <a:r>
              <a:rPr lang="en-US" sz="2600">
                <a:solidFill>
                  <a:schemeClr val="tx1"/>
                </a:solidFill>
              </a:rPr>
              <a:t> with </a:t>
            </a:r>
            <a:r>
              <a:rPr lang="en-US" sz="2600" b="1">
                <a:solidFill>
                  <a:srgbClr val="7030A0"/>
                </a:solidFill>
              </a:rPr>
              <a:t>wonders</a:t>
            </a:r>
            <a:r>
              <a:rPr lang="en-US" sz="2600">
                <a:solidFill>
                  <a:schemeClr val="tx1"/>
                </a:solidFill>
              </a:rPr>
              <a:t> using the </a:t>
            </a:r>
            <a:r>
              <a:rPr lang="en-US" sz="2600" b="1">
                <a:solidFill>
                  <a:srgbClr val="7030A0"/>
                </a:solidFill>
              </a:rPr>
              <a:t>replace </a:t>
            </a:r>
            <a:r>
              <a:rPr lang="en-US" sz="2600">
                <a:solidFill>
                  <a:schemeClr val="tx1"/>
                </a:solidFill>
              </a:rPr>
              <a:t>method.</a:t>
            </a:r>
          </a:p>
          <a:p>
            <a:pPr>
              <a:spcBef>
                <a:spcPts val="0"/>
              </a:spcBef>
            </a:pPr>
            <a:endParaRPr lang="en-US" sz="2600">
              <a:solidFill>
                <a:schemeClr val="tx1"/>
              </a:solidFill>
            </a:endParaRPr>
          </a:p>
          <a:p>
            <a:r>
              <a:rPr lang="en-US" sz="2600" b="1">
                <a:solidFill>
                  <a:schemeClr val="tx1"/>
                </a:solidFill>
              </a:rPr>
              <a:t>Basic syntax</a:t>
            </a:r>
          </a:p>
          <a:p>
            <a:endParaRPr lang="en-US" sz="2600">
              <a:solidFill>
                <a:schemeClr val="tx1"/>
              </a:solidFill>
            </a:endParaRPr>
          </a:p>
        </p:txBody>
      </p:sp>
      <p:sp>
        <p:nvSpPr>
          <p:cNvPr id="7" name="Flowchart: Alternate Process 6">
            <a:extLst>
              <a:ext uri="{FF2B5EF4-FFF2-40B4-BE49-F238E27FC236}">
                <a16:creationId xmlns:a16="http://schemas.microsoft.com/office/drawing/2014/main" id="{40D6C907-FAEE-D293-A1E9-A62D4C01EBE5}"/>
              </a:ext>
            </a:extLst>
          </p:cNvPr>
          <p:cNvSpPr/>
          <p:nvPr/>
        </p:nvSpPr>
        <p:spPr>
          <a:xfrm>
            <a:off x="396873" y="2722596"/>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string.replace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old string</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new string</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
        <p:nvSpPr>
          <p:cNvPr id="4" name="Flowchart: Alternate Process 3">
            <a:extLst>
              <a:ext uri="{FF2B5EF4-FFF2-40B4-BE49-F238E27FC236}">
                <a16:creationId xmlns:a16="http://schemas.microsoft.com/office/drawing/2014/main" id="{47578165-B743-B572-0EF2-57905D3081FF}"/>
              </a:ext>
            </a:extLst>
          </p:cNvPr>
          <p:cNvSpPr/>
          <p:nvPr/>
        </p:nvSpPr>
        <p:spPr>
          <a:xfrm>
            <a:off x="396873" y="3956341"/>
            <a:ext cx="11053482" cy="18288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first_sentence</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32</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revised_first_sentence</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first_sentence.replace</a:t>
            </a:r>
            <a:r>
              <a:rPr lang="en-US">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praise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wonders</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original first sentence: </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first_sentence</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f"</a:t>
            </a:r>
            <a:r>
              <a:rPr lang="en-US" err="1">
                <a:solidFill>
                  <a:srgbClr val="00B050"/>
                </a:solidFill>
                <a:latin typeface="Courier New" panose="02070309020205020404" pitchFamily="49" charset="0"/>
                <a:cs typeface="Courier New" panose="02070309020205020404" pitchFamily="49" charset="0"/>
              </a:rPr>
              <a:t>revised</a:t>
            </a:r>
            <a:r>
              <a:rPr lang="en-US">
                <a:solidFill>
                  <a:srgbClr val="00B050"/>
                </a:solidFill>
                <a:latin typeface="Courier New" panose="02070309020205020404" pitchFamily="49" charset="0"/>
                <a:cs typeface="Courier New" panose="02070309020205020404" pitchFamily="49" charset="0"/>
              </a:rPr>
              <a:t> first sentence:</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revised_first_sentence</a:t>
            </a:r>
            <a:r>
              <a:rPr lang="en-US">
                <a:solidFill>
                  <a:schemeClr val="tx1"/>
                </a:solidFill>
                <a:latin typeface="Courier New" panose="02070309020205020404" pitchFamily="49" charset="0"/>
                <a:cs typeface="Courier New" panose="02070309020205020404" pitchFamily="49" charset="0"/>
              </a:rPr>
              <a:t>}")</a:t>
            </a:r>
            <a:endParaRPr lang="en-US">
              <a:solidFill>
                <a:srgbClr val="7030A0"/>
              </a:solidFill>
              <a:latin typeface="Courier New" panose="02070309020205020404" pitchFamily="49" charset="0"/>
              <a:cs typeface="Courier New" panose="02070309020205020404" pitchFamily="49" charset="0"/>
            </a:endParaRPr>
          </a:p>
        </p:txBody>
      </p:sp>
      <p:sp>
        <p:nvSpPr>
          <p:cNvPr id="8" name="Content Placeholder 4">
            <a:extLst>
              <a:ext uri="{FF2B5EF4-FFF2-40B4-BE49-F238E27FC236}">
                <a16:creationId xmlns:a16="http://schemas.microsoft.com/office/drawing/2014/main" id="{557754E7-34A6-24C4-BE5D-8827A4A55763}"/>
              </a:ext>
            </a:extLst>
          </p:cNvPr>
          <p:cNvSpPr txBox="1">
            <a:spLocks/>
          </p:cNvSpPr>
          <p:nvPr/>
        </p:nvSpPr>
        <p:spPr>
          <a:xfrm>
            <a:off x="396873" y="3495325"/>
            <a:ext cx="11398254" cy="6400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Example</a:t>
            </a:r>
            <a:endParaRPr lang="en-US" b="1">
              <a:solidFill>
                <a:schemeClr val="tx1"/>
              </a:solidFill>
            </a:endParaRPr>
          </a:p>
          <a:p>
            <a:endParaRPr lang="en-US" sz="2600">
              <a:solidFill>
                <a:schemeClr val="tx1"/>
              </a:solidFill>
            </a:endParaRPr>
          </a:p>
        </p:txBody>
      </p:sp>
    </p:spTree>
    <p:extLst>
      <p:ext uri="{BB962C8B-B14F-4D97-AF65-F5344CB8AC3E}">
        <p14:creationId xmlns:p14="http://schemas.microsoft.com/office/powerpoint/2010/main" val="1499780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11082-6171-3AD8-8D80-6E837D7D1E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3B2463-789D-E332-336C-7F55D0C71397}"/>
              </a:ext>
            </a:extLst>
          </p:cNvPr>
          <p:cNvSpPr>
            <a:spLocks noGrp="1"/>
          </p:cNvSpPr>
          <p:nvPr>
            <p:ph type="sldNum" sz="quarter" idx="12"/>
          </p:nvPr>
        </p:nvSpPr>
        <p:spPr/>
        <p:txBody>
          <a:bodyPr/>
          <a:lstStyle/>
          <a:p>
            <a:fld id="{DFA4CD3D-26C8-47FF-8D13-9B32BAAB4735}" type="slidenum">
              <a:rPr lang="en-US" smtClean="0"/>
              <a:t>34</a:t>
            </a:fld>
            <a:endParaRPr lang="en-US"/>
          </a:p>
        </p:txBody>
      </p:sp>
      <p:sp>
        <p:nvSpPr>
          <p:cNvPr id="3" name="Title 2">
            <a:extLst>
              <a:ext uri="{FF2B5EF4-FFF2-40B4-BE49-F238E27FC236}">
                <a16:creationId xmlns:a16="http://schemas.microsoft.com/office/drawing/2014/main" id="{3D6DF241-E8F4-1A0A-874C-2A36729817EC}"/>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3: Strings</a:t>
            </a:r>
          </a:p>
        </p:txBody>
      </p:sp>
      <p:pic>
        <p:nvPicPr>
          <p:cNvPr id="8" name="Content Placeholder 7">
            <a:extLst>
              <a:ext uri="{FF2B5EF4-FFF2-40B4-BE49-F238E27FC236}">
                <a16:creationId xmlns:a16="http://schemas.microsoft.com/office/drawing/2014/main" id="{212D8B04-5006-EC35-E6CA-EF2630C36F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4" name="TextBox 3">
            <a:extLst>
              <a:ext uri="{FF2B5EF4-FFF2-40B4-BE49-F238E27FC236}">
                <a16:creationId xmlns:a16="http://schemas.microsoft.com/office/drawing/2014/main" id="{47948A21-E53F-891E-0D5D-3CFC8918FE7E}"/>
              </a:ext>
            </a:extLst>
          </p:cNvPr>
          <p:cNvSpPr txBox="1"/>
          <p:nvPr/>
        </p:nvSpPr>
        <p:spPr>
          <a:xfrm>
            <a:off x="327386" y="2082800"/>
            <a:ext cx="11537227" cy="1569660"/>
          </a:xfrm>
          <a:prstGeom prst="rect">
            <a:avLst/>
          </a:prstGeom>
          <a:noFill/>
        </p:spPr>
        <p:txBody>
          <a:bodyPr wrap="square" rtlCol="0">
            <a:spAutoFit/>
          </a:bodyPr>
          <a:lstStyle/>
          <a:p>
            <a:pPr marL="342900" indent="-342900">
              <a:buFont typeface="+mj-lt"/>
              <a:buAutoNum type="arabicPeriod"/>
            </a:pPr>
            <a:r>
              <a:rPr lang="en-US" sz="2400"/>
              <a:t>Isolate a sentence in </a:t>
            </a:r>
            <a:r>
              <a:rPr lang="en-US" sz="2400" err="1"/>
              <a:t>carmen_ohio</a:t>
            </a:r>
            <a:endParaRPr lang="en-US" sz="2400"/>
          </a:p>
          <a:p>
            <a:pPr marL="342900" indent="-342900">
              <a:buFont typeface="+mj-lt"/>
              <a:buAutoNum type="arabicPeriod"/>
            </a:pPr>
            <a:r>
              <a:rPr lang="en-US" sz="2400"/>
              <a:t>Print the isolated sentence</a:t>
            </a:r>
          </a:p>
          <a:p>
            <a:pPr marL="342900" indent="-342900">
              <a:buFont typeface="+mj-lt"/>
              <a:buAutoNum type="arabicPeriod"/>
            </a:pPr>
            <a:r>
              <a:rPr lang="en-US" sz="2400"/>
              <a:t>Create a new sentence and try replacing a word</a:t>
            </a:r>
          </a:p>
          <a:p>
            <a:pPr marL="342900" indent="-342900">
              <a:buFont typeface="+mj-lt"/>
              <a:buAutoNum type="arabicPeriod"/>
            </a:pPr>
            <a:r>
              <a:rPr lang="en-US" sz="2400"/>
              <a:t>Print the new sentence in uppercase text</a:t>
            </a:r>
          </a:p>
        </p:txBody>
      </p:sp>
    </p:spTree>
    <p:extLst>
      <p:ext uri="{BB962C8B-B14F-4D97-AF65-F5344CB8AC3E}">
        <p14:creationId xmlns:p14="http://schemas.microsoft.com/office/powerpoint/2010/main" val="3024788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10B779-3F28-5A8C-DFC3-DE22E0FF06D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A14248-9D5D-8B38-C0C1-4B4D87BA558C}"/>
              </a:ext>
            </a:extLst>
          </p:cNvPr>
          <p:cNvSpPr>
            <a:spLocks noGrp="1"/>
          </p:cNvSpPr>
          <p:nvPr>
            <p:ph type="sldNum" sz="quarter" idx="12"/>
          </p:nvPr>
        </p:nvSpPr>
        <p:spPr/>
        <p:txBody>
          <a:bodyPr/>
          <a:lstStyle/>
          <a:p>
            <a:fld id="{DFA4CD3D-26C8-47FF-8D13-9B32BAAB4735}" type="slidenum">
              <a:rPr lang="en-US" smtClean="0"/>
              <a:t>35</a:t>
            </a:fld>
            <a:endParaRPr lang="en-US"/>
          </a:p>
        </p:txBody>
      </p:sp>
      <p:sp>
        <p:nvSpPr>
          <p:cNvPr id="3" name="Title 2">
            <a:extLst>
              <a:ext uri="{FF2B5EF4-FFF2-40B4-BE49-F238E27FC236}">
                <a16:creationId xmlns:a16="http://schemas.microsoft.com/office/drawing/2014/main" id="{60B00057-630F-C59A-2229-CAE6F52FBC75}"/>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5" name="Picture 4">
            <a:extLst>
              <a:ext uri="{FF2B5EF4-FFF2-40B4-BE49-F238E27FC236}">
                <a16:creationId xmlns:a16="http://schemas.microsoft.com/office/drawing/2014/main" id="{EBA853A0-C720-16A2-DBFF-804A18530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7" name="Flowchart: Alternate Process 6">
            <a:extLst>
              <a:ext uri="{FF2B5EF4-FFF2-40B4-BE49-F238E27FC236}">
                <a16:creationId xmlns:a16="http://schemas.microsoft.com/office/drawing/2014/main" id="{25EDAB6C-0E82-2EE1-85C7-6D66BF024335}"/>
              </a:ext>
            </a:extLst>
          </p:cNvPr>
          <p:cNvSpPr/>
          <p:nvPr/>
        </p:nvSpPr>
        <p:spPr>
          <a:xfrm>
            <a:off x="327386" y="1743813"/>
            <a:ext cx="11053482" cy="4266462"/>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=open('</a:t>
            </a:r>
            <a:r>
              <a:rPr lang="en-US">
                <a:solidFill>
                  <a:srgbClr val="00B050"/>
                </a:solidFill>
                <a:latin typeface="Courier New" panose="02070309020205020404" pitchFamily="49" charset="0"/>
                <a:cs typeface="Courier New" panose="02070309020205020404" pitchFamily="49" charset="0"/>
              </a:rPr>
              <a:t>carmen_ohio.txt</a:t>
            </a:r>
            <a:r>
              <a:rPr lang="en-US">
                <a:solidFill>
                  <a:schemeClr val="tx1"/>
                </a:solidFill>
                <a:latin typeface="Courier New" panose="02070309020205020404" pitchFamily="49" charset="0"/>
                <a:cs typeface="Courier New" panose="02070309020205020404" pitchFamily="49" charset="0"/>
              </a:rPr>
              <a:t>', mode='</a:t>
            </a:r>
            <a:r>
              <a:rPr lang="en-US">
                <a:solidFill>
                  <a:srgbClr val="00B050"/>
                </a:solidFill>
                <a:latin typeface="Courier New" panose="02070309020205020404" pitchFamily="49" charset="0"/>
                <a:cs typeface="Courier New" panose="02070309020205020404" pitchFamily="49" charset="0"/>
              </a:rPr>
              <a:t>r</a:t>
            </a:r>
            <a:r>
              <a:rPr lang="en-US">
                <a:solidFill>
                  <a:schemeClr val="tx1"/>
                </a:solidFill>
                <a:latin typeface="Courier New" panose="02070309020205020404" pitchFamily="49" charset="0"/>
                <a:cs typeface="Courier New" panose="02070309020205020404" pitchFamily="49" charset="0"/>
              </a:rPr>
              <a:t>', 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').read()</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#isolate a sentence</a:t>
            </a:r>
          </a:p>
          <a:p>
            <a:r>
              <a:rPr lang="en-US" err="1">
                <a:solidFill>
                  <a:schemeClr val="tx1"/>
                </a:solidFill>
                <a:latin typeface="Courier New" panose="02070309020205020404" pitchFamily="49" charset="0"/>
                <a:cs typeface="Courier New" panose="02070309020205020404" pitchFamily="49" charset="0"/>
              </a:rPr>
              <a:t>carmen_sentence</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carmen_ohio</a:t>
            </a:r>
            <a:r>
              <a:rPr lang="en-US">
                <a:solidFill>
                  <a:schemeClr val="tx1"/>
                </a:solidFill>
                <a:latin typeface="Courier New" panose="02070309020205020404" pitchFamily="49" charset="0"/>
                <a:cs typeface="Courier New" panose="02070309020205020404" pitchFamily="49" charset="0"/>
              </a:rPr>
              <a:t>[:333]</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#print the isolated sentence</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carmen_sentence</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#create a new sentence and try replacing a word</a:t>
            </a:r>
          </a:p>
          <a:p>
            <a:r>
              <a:rPr lang="en-US" err="1">
                <a:solidFill>
                  <a:schemeClr val="tx1"/>
                </a:solidFill>
                <a:latin typeface="Courier New" panose="02070309020205020404" pitchFamily="49" charset="0"/>
                <a:cs typeface="Courier New" panose="02070309020205020404" pitchFamily="49" charset="0"/>
              </a:rPr>
              <a:t>new_sentence</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carmen_sentence.replace</a:t>
            </a:r>
            <a:r>
              <a:rPr lang="en-US">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gladdest</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happiest</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#print the new sentence</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new_sentence.upper</a:t>
            </a:r>
            <a:r>
              <a:rPr lang="en-US">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375004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FB58A-5531-C98C-5B9F-46B2E0430B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3F5B02-A0B1-D872-211D-9ADAFC7CD93A}"/>
              </a:ext>
            </a:extLst>
          </p:cNvPr>
          <p:cNvSpPr>
            <a:spLocks noGrp="1"/>
          </p:cNvSpPr>
          <p:nvPr>
            <p:ph type="sldNum" sz="quarter" idx="12"/>
          </p:nvPr>
        </p:nvSpPr>
        <p:spPr/>
        <p:txBody>
          <a:bodyPr/>
          <a:lstStyle/>
          <a:p>
            <a:fld id="{DFA4CD3D-26C8-47FF-8D13-9B32BAAB4735}" type="slidenum">
              <a:rPr lang="en-US" smtClean="0"/>
              <a:t>36</a:t>
            </a:fld>
            <a:endParaRPr lang="en-US"/>
          </a:p>
        </p:txBody>
      </p:sp>
      <p:sp>
        <p:nvSpPr>
          <p:cNvPr id="5" name="Content Placeholder 4">
            <a:extLst>
              <a:ext uri="{FF2B5EF4-FFF2-40B4-BE49-F238E27FC236}">
                <a16:creationId xmlns:a16="http://schemas.microsoft.com/office/drawing/2014/main" id="{3D685FD7-988B-C2DF-FD6D-F1C7C7DEA3FF}"/>
              </a:ext>
            </a:extLst>
          </p:cNvPr>
          <p:cNvSpPr>
            <a:spLocks noGrp="1"/>
          </p:cNvSpPr>
          <p:nvPr>
            <p:ph idx="1"/>
          </p:nvPr>
        </p:nvSpPr>
        <p:spPr>
          <a:xfrm>
            <a:off x="396873" y="753621"/>
            <a:ext cx="11398254" cy="1828800"/>
          </a:xfrm>
        </p:spPr>
        <p:txBody>
          <a:bodyPr>
            <a:normAutofit fontScale="92500" lnSpcReduction="20000"/>
          </a:bodyPr>
          <a:lstStyle/>
          <a:p>
            <a:r>
              <a:rPr lang="en-US" sz="2600" b="1"/>
              <a:t>Normalize case </a:t>
            </a:r>
          </a:p>
          <a:p>
            <a:r>
              <a:rPr lang="en-US" sz="2600"/>
              <a:t>String methods like </a:t>
            </a:r>
            <a:r>
              <a:rPr lang="en-US" sz="2600" b="1">
                <a:solidFill>
                  <a:srgbClr val="7030A0"/>
                </a:solidFill>
              </a:rPr>
              <a:t>.lower( )</a:t>
            </a:r>
            <a:r>
              <a:rPr lang="en-US" sz="2600">
                <a:solidFill>
                  <a:srgbClr val="7030A0"/>
                </a:solidFill>
              </a:rPr>
              <a:t> </a:t>
            </a:r>
            <a:r>
              <a:rPr lang="en-US" sz="2600">
                <a:solidFill>
                  <a:schemeClr val="tx1"/>
                </a:solidFill>
              </a:rPr>
              <a:t>and </a:t>
            </a:r>
            <a:r>
              <a:rPr lang="en-US" sz="2600" b="1">
                <a:solidFill>
                  <a:srgbClr val="7030A0"/>
                </a:solidFill>
              </a:rPr>
              <a:t>.upper( )</a:t>
            </a:r>
            <a:r>
              <a:rPr lang="en-US" sz="2600" b="1" i="1">
                <a:solidFill>
                  <a:schemeClr val="tx1"/>
                </a:solidFill>
              </a:rPr>
              <a:t> </a:t>
            </a:r>
            <a:r>
              <a:rPr lang="en-US" sz="2600">
                <a:solidFill>
                  <a:schemeClr val="tx1"/>
                </a:solidFill>
              </a:rPr>
              <a:t>are useful for </a:t>
            </a:r>
            <a:r>
              <a:rPr lang="en-US" sz="2600" b="1">
                <a:solidFill>
                  <a:schemeClr val="tx1"/>
                </a:solidFill>
              </a:rPr>
              <a:t>standardizing text</a:t>
            </a:r>
            <a:r>
              <a:rPr lang="en-US" sz="2600">
                <a:solidFill>
                  <a:schemeClr val="tx1"/>
                </a:solidFill>
              </a:rPr>
              <a:t>, especially when comparing values that may differ in capitalization.</a:t>
            </a:r>
          </a:p>
          <a:p>
            <a:endParaRPr lang="en-US" sz="2600">
              <a:solidFill>
                <a:schemeClr val="tx1"/>
              </a:solidFill>
            </a:endParaRPr>
          </a:p>
          <a:p>
            <a:r>
              <a:rPr lang="en-US" sz="2600" b="1">
                <a:solidFill>
                  <a:schemeClr val="tx1"/>
                </a:solidFill>
              </a:rPr>
              <a:t>Example:</a:t>
            </a:r>
          </a:p>
          <a:p>
            <a:endParaRPr lang="en-US" sz="2600">
              <a:solidFill>
                <a:schemeClr val="tx1"/>
              </a:solidFill>
            </a:endParaRPr>
          </a:p>
          <a:p>
            <a:endParaRPr lang="en-US" sz="2600">
              <a:solidFill>
                <a:schemeClr val="tx1"/>
              </a:solidFill>
            </a:endParaRPr>
          </a:p>
        </p:txBody>
      </p:sp>
      <p:sp>
        <p:nvSpPr>
          <p:cNvPr id="4" name="Flowchart: Alternate Process 3">
            <a:extLst>
              <a:ext uri="{FF2B5EF4-FFF2-40B4-BE49-F238E27FC236}">
                <a16:creationId xmlns:a16="http://schemas.microsoft.com/office/drawing/2014/main" id="{24471C4E-6785-C03D-972E-C3DCEC710912}"/>
              </a:ext>
            </a:extLst>
          </p:cNvPr>
          <p:cNvSpPr/>
          <p:nvPr/>
        </p:nvSpPr>
        <p:spPr>
          <a:xfrm>
            <a:off x="396873" y="2446780"/>
            <a:ext cx="11053482" cy="36576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name1 = "</a:t>
            </a:r>
            <a:r>
              <a:rPr lang="en-US" err="1">
                <a:solidFill>
                  <a:srgbClr val="00B050"/>
                </a:solidFill>
                <a:latin typeface="Courier New" panose="02070309020205020404" pitchFamily="49" charset="0"/>
                <a:cs typeface="Courier New" panose="02070309020205020404" pitchFamily="49" charset="0"/>
              </a:rPr>
              <a:t>McMurty</a:t>
            </a:r>
            <a:r>
              <a:rPr lang="en-US">
                <a:solidFill>
                  <a:srgbClr val="00B050"/>
                </a:solidFill>
                <a:latin typeface="Courier New" panose="02070309020205020404" pitchFamily="49" charset="0"/>
                <a:cs typeface="Courier New" panose="02070309020205020404" pitchFamily="49" charset="0"/>
              </a:rPr>
              <a:t>, Larry</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name2 = "</a:t>
            </a:r>
            <a:r>
              <a:rPr lang="en-US" err="1">
                <a:solidFill>
                  <a:srgbClr val="00B050"/>
                </a:solidFill>
                <a:latin typeface="Courier New" panose="02070309020205020404" pitchFamily="49" charset="0"/>
                <a:cs typeface="Courier New" panose="02070309020205020404" pitchFamily="49" charset="0"/>
              </a:rPr>
              <a:t>Mcmurty</a:t>
            </a:r>
            <a:r>
              <a:rPr lang="en-US">
                <a:solidFill>
                  <a:srgbClr val="00B050"/>
                </a:solidFill>
                <a:latin typeface="Courier New" panose="02070309020205020404" pitchFamily="49" charset="0"/>
                <a:cs typeface="Courier New" panose="02070309020205020404" pitchFamily="49" charset="0"/>
              </a:rPr>
              <a:t>, Larry</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name3 = "</a:t>
            </a:r>
            <a:r>
              <a:rPr lang="en-US" err="1">
                <a:solidFill>
                  <a:srgbClr val="00B050"/>
                </a:solidFill>
                <a:latin typeface="Courier New" panose="02070309020205020404" pitchFamily="49" charset="0"/>
                <a:cs typeface="Courier New" panose="02070309020205020404" pitchFamily="49" charset="0"/>
              </a:rPr>
              <a:t>mcmurty</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larry</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#Convert all names to uppercase for consistent comparison</a:t>
            </a:r>
          </a:p>
          <a:p>
            <a:r>
              <a:rPr lang="en-US">
                <a:solidFill>
                  <a:schemeClr val="tx1"/>
                </a:solidFill>
                <a:latin typeface="Courier New" panose="02070309020205020404" pitchFamily="49" charset="0"/>
                <a:cs typeface="Courier New" panose="02070309020205020404" pitchFamily="49" charset="0"/>
              </a:rPr>
              <a:t>name1_rev = name1.upper()</a:t>
            </a:r>
          </a:p>
          <a:p>
            <a:r>
              <a:rPr lang="en-US">
                <a:solidFill>
                  <a:schemeClr val="tx1"/>
                </a:solidFill>
                <a:latin typeface="Courier New" panose="02070309020205020404" pitchFamily="49" charset="0"/>
                <a:cs typeface="Courier New" panose="02070309020205020404" pitchFamily="49" charset="0"/>
              </a:rPr>
              <a:t>name2_rev = name2.upper()</a:t>
            </a:r>
          </a:p>
          <a:p>
            <a:r>
              <a:rPr lang="en-US">
                <a:solidFill>
                  <a:schemeClr val="tx1"/>
                </a:solidFill>
                <a:latin typeface="Courier New" panose="02070309020205020404" pitchFamily="49" charset="0"/>
                <a:cs typeface="Courier New" panose="02070309020205020404" pitchFamily="49" charset="0"/>
              </a:rPr>
              <a:t>name3_rev = name.3.upper()</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print(name1_rev)</a:t>
            </a:r>
          </a:p>
          <a:p>
            <a:r>
              <a:rPr lang="en-US">
                <a:solidFill>
                  <a:schemeClr val="tx1"/>
                </a:solidFill>
                <a:latin typeface="Courier New" panose="02070309020205020404" pitchFamily="49" charset="0"/>
                <a:cs typeface="Courier New" panose="02070309020205020404" pitchFamily="49" charset="0"/>
              </a:rPr>
              <a:t>print(name2_rev)</a:t>
            </a:r>
          </a:p>
          <a:p>
            <a:r>
              <a:rPr lang="en-US">
                <a:solidFill>
                  <a:schemeClr val="tx1"/>
                </a:solidFill>
                <a:latin typeface="Courier New" panose="02070309020205020404" pitchFamily="49" charset="0"/>
                <a:cs typeface="Courier New" panose="02070309020205020404" pitchFamily="49" charset="0"/>
              </a:rPr>
              <a:t>print(name3_rev)</a:t>
            </a:r>
          </a:p>
        </p:txBody>
      </p:sp>
    </p:spTree>
    <p:extLst>
      <p:ext uri="{BB962C8B-B14F-4D97-AF65-F5344CB8AC3E}">
        <p14:creationId xmlns:p14="http://schemas.microsoft.com/office/powerpoint/2010/main" val="2589551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639F0-5CBC-51A1-7F9E-1A1BCCB977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D595A0-7659-7CD3-16E7-F5A9A442F068}"/>
              </a:ext>
            </a:extLst>
          </p:cNvPr>
          <p:cNvSpPr>
            <a:spLocks noGrp="1"/>
          </p:cNvSpPr>
          <p:nvPr>
            <p:ph type="sldNum" sz="quarter" idx="12"/>
          </p:nvPr>
        </p:nvSpPr>
        <p:spPr/>
        <p:txBody>
          <a:bodyPr/>
          <a:lstStyle/>
          <a:p>
            <a:fld id="{DFA4CD3D-26C8-47FF-8D13-9B32BAAB4735}" type="slidenum">
              <a:rPr lang="en-US" smtClean="0"/>
              <a:t>37</a:t>
            </a:fld>
            <a:endParaRPr lang="en-US"/>
          </a:p>
        </p:txBody>
      </p:sp>
      <p:sp>
        <p:nvSpPr>
          <p:cNvPr id="5" name="Content Placeholder 4">
            <a:extLst>
              <a:ext uri="{FF2B5EF4-FFF2-40B4-BE49-F238E27FC236}">
                <a16:creationId xmlns:a16="http://schemas.microsoft.com/office/drawing/2014/main" id="{58056A9A-4A51-886B-785E-2A21989508B4}"/>
              </a:ext>
            </a:extLst>
          </p:cNvPr>
          <p:cNvSpPr>
            <a:spLocks noGrp="1"/>
          </p:cNvSpPr>
          <p:nvPr>
            <p:ph idx="1"/>
          </p:nvPr>
        </p:nvSpPr>
        <p:spPr>
          <a:xfrm>
            <a:off x="396873" y="753621"/>
            <a:ext cx="11398254" cy="1828800"/>
          </a:xfrm>
        </p:spPr>
        <p:txBody>
          <a:bodyPr>
            <a:normAutofit fontScale="92500" lnSpcReduction="20000"/>
          </a:bodyPr>
          <a:lstStyle/>
          <a:p>
            <a:r>
              <a:rPr lang="en-US" sz="2600" b="1"/>
              <a:t>Splitting strings</a:t>
            </a:r>
          </a:p>
          <a:p>
            <a:r>
              <a:rPr lang="en-US" sz="2600"/>
              <a:t>By default, </a:t>
            </a:r>
            <a:r>
              <a:rPr lang="en-US" sz="2600" b="1">
                <a:solidFill>
                  <a:srgbClr val="7030A0"/>
                </a:solidFill>
              </a:rPr>
              <a:t>.split( )</a:t>
            </a:r>
            <a:r>
              <a:rPr lang="en-US" sz="2600">
                <a:solidFill>
                  <a:srgbClr val="7030A0"/>
                </a:solidFill>
              </a:rPr>
              <a:t> </a:t>
            </a:r>
            <a:r>
              <a:rPr lang="en-US" sz="2600">
                <a:solidFill>
                  <a:schemeClr val="tx1"/>
                </a:solidFill>
              </a:rPr>
              <a:t>separates strings by spaces. You can also specify a delimiter, such as newline </a:t>
            </a:r>
            <a:r>
              <a:rPr lang="en-US" sz="2600" b="1">
                <a:solidFill>
                  <a:srgbClr val="7030A0"/>
                </a:solidFill>
              </a:rPr>
              <a:t>'\n'</a:t>
            </a:r>
            <a:r>
              <a:rPr lang="en-US" sz="2600">
                <a:solidFill>
                  <a:schemeClr val="tx1"/>
                </a:solidFill>
              </a:rPr>
              <a:t>. This returns a </a:t>
            </a:r>
            <a:r>
              <a:rPr lang="en-US" sz="2600" b="1">
                <a:solidFill>
                  <a:schemeClr val="tx1"/>
                </a:solidFill>
              </a:rPr>
              <a:t>list of lines</a:t>
            </a:r>
            <a:r>
              <a:rPr lang="en-US" sz="2600">
                <a:solidFill>
                  <a:schemeClr val="tx1"/>
                </a:solidFill>
              </a:rPr>
              <a:t>, one for each row in the string</a:t>
            </a:r>
          </a:p>
          <a:p>
            <a:endParaRPr lang="en-US" sz="2600">
              <a:solidFill>
                <a:schemeClr val="tx1"/>
              </a:solidFill>
            </a:endParaRPr>
          </a:p>
          <a:p>
            <a:r>
              <a:rPr lang="en-US" sz="2600" b="1">
                <a:solidFill>
                  <a:schemeClr val="tx1"/>
                </a:solidFill>
              </a:rPr>
              <a:t>Example:</a:t>
            </a:r>
          </a:p>
          <a:p>
            <a:endParaRPr lang="en-US" sz="2600">
              <a:solidFill>
                <a:schemeClr val="tx1"/>
              </a:solidFill>
            </a:endParaRPr>
          </a:p>
          <a:p>
            <a:endParaRPr lang="en-US" sz="2600">
              <a:solidFill>
                <a:schemeClr val="tx1"/>
              </a:solidFill>
            </a:endParaRPr>
          </a:p>
        </p:txBody>
      </p:sp>
      <p:sp>
        <p:nvSpPr>
          <p:cNvPr id="4" name="Flowchart: Alternate Process 3">
            <a:extLst>
              <a:ext uri="{FF2B5EF4-FFF2-40B4-BE49-F238E27FC236}">
                <a16:creationId xmlns:a16="http://schemas.microsoft.com/office/drawing/2014/main" id="{A507AC3E-E9DD-6A21-326D-BF446310A635}"/>
              </a:ext>
            </a:extLst>
          </p:cNvPr>
          <p:cNvSpPr/>
          <p:nvPr/>
        </p:nvSpPr>
        <p:spPr>
          <a:xfrm>
            <a:off x="396873" y="2582421"/>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newline_free_carmen</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carmen_ohio.split</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newline_free_carmen</a:t>
            </a:r>
            <a:r>
              <a:rPr lang="en-US">
                <a:solidFill>
                  <a:schemeClr val="tx1"/>
                </a:solidFill>
                <a:latin typeface="Courier New" panose="02070309020205020404" pitchFamily="49" charset="0"/>
                <a:cs typeface="Courier New" panose="02070309020205020404" pitchFamily="49" charset="0"/>
              </a:rPr>
              <a:t>)</a:t>
            </a:r>
          </a:p>
        </p:txBody>
      </p:sp>
      <p:sp>
        <p:nvSpPr>
          <p:cNvPr id="3" name="Content Placeholder 4">
            <a:extLst>
              <a:ext uri="{FF2B5EF4-FFF2-40B4-BE49-F238E27FC236}">
                <a16:creationId xmlns:a16="http://schemas.microsoft.com/office/drawing/2014/main" id="{3173D698-9648-3E7D-C5B6-31488ABA36FC}"/>
              </a:ext>
            </a:extLst>
          </p:cNvPr>
          <p:cNvSpPr txBox="1">
            <a:spLocks/>
          </p:cNvSpPr>
          <p:nvPr/>
        </p:nvSpPr>
        <p:spPr>
          <a:xfrm>
            <a:off x="396873" y="3788921"/>
            <a:ext cx="11398254" cy="48665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a:t>If the delimiter is blank, a </a:t>
            </a:r>
            <a:r>
              <a:rPr lang="en-US" sz="2600" b="1"/>
              <a:t>list of words</a:t>
            </a:r>
            <a:r>
              <a:rPr lang="en-US" sz="2600"/>
              <a:t> is returned:</a:t>
            </a:r>
          </a:p>
          <a:p>
            <a:endParaRPr lang="en-US" sz="2600">
              <a:solidFill>
                <a:schemeClr val="tx1"/>
              </a:solidFill>
            </a:endParaRPr>
          </a:p>
          <a:p>
            <a:endParaRPr lang="en-US" sz="2600">
              <a:solidFill>
                <a:schemeClr val="tx1"/>
              </a:solidFill>
            </a:endParaRPr>
          </a:p>
        </p:txBody>
      </p:sp>
      <p:sp>
        <p:nvSpPr>
          <p:cNvPr id="7" name="Flowchart: Alternate Process 6">
            <a:extLst>
              <a:ext uri="{FF2B5EF4-FFF2-40B4-BE49-F238E27FC236}">
                <a16:creationId xmlns:a16="http://schemas.microsoft.com/office/drawing/2014/main" id="{98A10245-8646-5330-74A4-26803C229CA7}"/>
              </a:ext>
            </a:extLst>
          </p:cNvPr>
          <p:cNvSpPr/>
          <p:nvPr/>
        </p:nvSpPr>
        <p:spPr>
          <a:xfrm>
            <a:off x="396873" y="4367401"/>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carmen_split</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carmen_ohio.split</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carmen_split</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0</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6</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0533600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B8CCCF-1E5E-A7AB-8B85-ED0E6924B5F2}"/>
              </a:ext>
            </a:extLst>
          </p:cNvPr>
          <p:cNvSpPr>
            <a:spLocks noGrp="1"/>
          </p:cNvSpPr>
          <p:nvPr>
            <p:ph type="sldNum" sz="quarter" idx="12"/>
          </p:nvPr>
        </p:nvSpPr>
        <p:spPr/>
        <p:txBody>
          <a:bodyPr/>
          <a:lstStyle/>
          <a:p>
            <a:fld id="{DFA4CD3D-26C8-47FF-8D13-9B32BAAB4735}" type="slidenum">
              <a:rPr lang="en-US" smtClean="0"/>
              <a:t>38</a:t>
            </a:fld>
            <a:endParaRPr lang="en-US"/>
          </a:p>
        </p:txBody>
      </p:sp>
      <p:sp>
        <p:nvSpPr>
          <p:cNvPr id="3" name="Title 2">
            <a:extLst>
              <a:ext uri="{FF2B5EF4-FFF2-40B4-BE49-F238E27FC236}">
                <a16:creationId xmlns:a16="http://schemas.microsoft.com/office/drawing/2014/main" id="{0938F012-92D0-99D3-5C5E-FBC0834C0F7A}"/>
              </a:ext>
            </a:extLst>
          </p:cNvPr>
          <p:cNvSpPr>
            <a:spLocks noGrp="1"/>
          </p:cNvSpPr>
          <p:nvPr>
            <p:ph type="title"/>
          </p:nvPr>
        </p:nvSpPr>
        <p:spPr/>
        <p:txBody>
          <a:bodyPr/>
          <a:lstStyle/>
          <a:p>
            <a:r>
              <a:rPr lang="en-US"/>
              <a:t>Conditionals and comparisons</a:t>
            </a:r>
          </a:p>
        </p:txBody>
      </p:sp>
      <p:sp>
        <p:nvSpPr>
          <p:cNvPr id="5" name="Content Placeholder 4">
            <a:extLst>
              <a:ext uri="{FF2B5EF4-FFF2-40B4-BE49-F238E27FC236}">
                <a16:creationId xmlns:a16="http://schemas.microsoft.com/office/drawing/2014/main" id="{DFDF3002-4029-A9DA-6912-C9AE21239CCA}"/>
              </a:ext>
            </a:extLst>
          </p:cNvPr>
          <p:cNvSpPr>
            <a:spLocks noGrp="1"/>
          </p:cNvSpPr>
          <p:nvPr>
            <p:ph idx="1"/>
          </p:nvPr>
        </p:nvSpPr>
        <p:spPr/>
        <p:txBody>
          <a:bodyPr/>
          <a:lstStyle/>
          <a:p>
            <a:r>
              <a:rPr lang="en-US"/>
              <a:t>Conditionals allow you to control the flow of your program by executing code </a:t>
            </a:r>
            <a:r>
              <a:rPr lang="en-US" b="1"/>
              <a:t>only when certain conditions are met. </a:t>
            </a:r>
            <a:r>
              <a:rPr lang="en-US"/>
              <a:t>Python uses </a:t>
            </a:r>
            <a:r>
              <a:rPr lang="en-US" b="1">
                <a:solidFill>
                  <a:srgbClr val="7030A0"/>
                </a:solidFill>
              </a:rPr>
              <a:t>if</a:t>
            </a:r>
            <a:r>
              <a:rPr lang="en-US">
                <a:solidFill>
                  <a:schemeClr val="tx1"/>
                </a:solidFill>
              </a:rPr>
              <a:t>, </a:t>
            </a:r>
            <a:r>
              <a:rPr lang="en-US" b="1" err="1">
                <a:solidFill>
                  <a:srgbClr val="7030A0"/>
                </a:solidFill>
              </a:rPr>
              <a:t>elif</a:t>
            </a:r>
            <a:r>
              <a:rPr lang="en-US">
                <a:solidFill>
                  <a:schemeClr val="tx1"/>
                </a:solidFill>
              </a:rPr>
              <a:t>, and </a:t>
            </a:r>
            <a:r>
              <a:rPr lang="en-US" b="1">
                <a:solidFill>
                  <a:srgbClr val="7030A0"/>
                </a:solidFill>
              </a:rPr>
              <a:t>else </a:t>
            </a:r>
            <a:r>
              <a:rPr lang="en-US">
                <a:solidFill>
                  <a:schemeClr val="tx1"/>
                </a:solidFill>
              </a:rPr>
              <a:t>statements to evaluate whether something is </a:t>
            </a:r>
            <a:r>
              <a:rPr lang="en-US" b="1">
                <a:solidFill>
                  <a:srgbClr val="7030A0"/>
                </a:solidFill>
              </a:rPr>
              <a:t>True </a:t>
            </a:r>
            <a:r>
              <a:rPr lang="en-US">
                <a:solidFill>
                  <a:schemeClr val="tx1"/>
                </a:solidFill>
              </a:rPr>
              <a:t>or </a:t>
            </a:r>
            <a:r>
              <a:rPr lang="en-US" b="1">
                <a:solidFill>
                  <a:srgbClr val="7030A0"/>
                </a:solidFill>
              </a:rPr>
              <a:t>False</a:t>
            </a:r>
            <a:r>
              <a:rPr lang="en-US">
                <a:solidFill>
                  <a:schemeClr val="tx1"/>
                </a:solidFill>
              </a:rPr>
              <a:t>.</a:t>
            </a:r>
          </a:p>
          <a:p>
            <a:endParaRPr lang="en-US">
              <a:solidFill>
                <a:schemeClr val="tx1"/>
              </a:solidFill>
            </a:endParaRPr>
          </a:p>
          <a:p>
            <a:endParaRPr lang="en-US" b="1"/>
          </a:p>
        </p:txBody>
      </p:sp>
    </p:spTree>
    <p:extLst>
      <p:ext uri="{BB962C8B-B14F-4D97-AF65-F5344CB8AC3E}">
        <p14:creationId xmlns:p14="http://schemas.microsoft.com/office/powerpoint/2010/main" val="110823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60935-82D9-3663-41F6-C1D18CD446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36D17B-A378-111D-C44E-177A9FE35AF5}"/>
              </a:ext>
            </a:extLst>
          </p:cNvPr>
          <p:cNvSpPr>
            <a:spLocks noGrp="1"/>
          </p:cNvSpPr>
          <p:nvPr>
            <p:ph type="sldNum" sz="quarter" idx="12"/>
          </p:nvPr>
        </p:nvSpPr>
        <p:spPr/>
        <p:txBody>
          <a:bodyPr/>
          <a:lstStyle/>
          <a:p>
            <a:fld id="{DFA4CD3D-26C8-47FF-8D13-9B32BAAB4735}" type="slidenum">
              <a:rPr lang="en-US" smtClean="0"/>
              <a:t>39</a:t>
            </a:fld>
            <a:endParaRPr lang="en-US"/>
          </a:p>
        </p:txBody>
      </p:sp>
      <p:sp>
        <p:nvSpPr>
          <p:cNvPr id="5" name="Content Placeholder 4">
            <a:extLst>
              <a:ext uri="{FF2B5EF4-FFF2-40B4-BE49-F238E27FC236}">
                <a16:creationId xmlns:a16="http://schemas.microsoft.com/office/drawing/2014/main" id="{31AB14F2-C014-3C35-A65F-1BE597100D9D}"/>
              </a:ext>
            </a:extLst>
          </p:cNvPr>
          <p:cNvSpPr>
            <a:spLocks noGrp="1"/>
          </p:cNvSpPr>
          <p:nvPr>
            <p:ph idx="1"/>
          </p:nvPr>
        </p:nvSpPr>
        <p:spPr>
          <a:xfrm>
            <a:off x="396873" y="753621"/>
            <a:ext cx="11398254" cy="505079"/>
          </a:xfrm>
        </p:spPr>
        <p:txBody>
          <a:bodyPr>
            <a:normAutofit/>
          </a:bodyPr>
          <a:lstStyle/>
          <a:p>
            <a:r>
              <a:rPr lang="en-US" b="1"/>
              <a:t>Example: Wilbur the Pig</a:t>
            </a:r>
          </a:p>
          <a:p>
            <a:endParaRPr lang="en-US" sz="2600">
              <a:solidFill>
                <a:schemeClr val="tx1"/>
              </a:solidFill>
            </a:endParaRPr>
          </a:p>
          <a:p>
            <a:endParaRPr lang="en-US" sz="2600">
              <a:solidFill>
                <a:schemeClr val="tx1"/>
              </a:solidFill>
            </a:endParaRPr>
          </a:p>
        </p:txBody>
      </p:sp>
      <p:sp>
        <p:nvSpPr>
          <p:cNvPr id="3" name="Content Placeholder 4">
            <a:extLst>
              <a:ext uri="{FF2B5EF4-FFF2-40B4-BE49-F238E27FC236}">
                <a16:creationId xmlns:a16="http://schemas.microsoft.com/office/drawing/2014/main" id="{8040DEDA-FFAE-B960-9269-D5E2D4F3DA7B}"/>
              </a:ext>
            </a:extLst>
          </p:cNvPr>
          <p:cNvSpPr txBox="1">
            <a:spLocks/>
          </p:cNvSpPr>
          <p:nvPr/>
        </p:nvSpPr>
        <p:spPr>
          <a:xfrm>
            <a:off x="396873" y="3788921"/>
            <a:ext cx="11398254" cy="48665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Step 1: Assign variables</a:t>
            </a:r>
          </a:p>
          <a:p>
            <a:endParaRPr lang="en-US" sz="2600">
              <a:solidFill>
                <a:schemeClr val="tx1"/>
              </a:solidFill>
            </a:endParaRPr>
          </a:p>
          <a:p>
            <a:endParaRPr lang="en-US" sz="2600">
              <a:solidFill>
                <a:schemeClr val="tx1"/>
              </a:solidFill>
            </a:endParaRPr>
          </a:p>
        </p:txBody>
      </p:sp>
      <p:sp>
        <p:nvSpPr>
          <p:cNvPr id="7" name="Flowchart: Alternate Process 6">
            <a:extLst>
              <a:ext uri="{FF2B5EF4-FFF2-40B4-BE49-F238E27FC236}">
                <a16:creationId xmlns:a16="http://schemas.microsoft.com/office/drawing/2014/main" id="{43FCCA39-2BBD-1E67-3804-9027E5645C29}"/>
              </a:ext>
            </a:extLst>
          </p:cNvPr>
          <p:cNvSpPr/>
          <p:nvPr/>
        </p:nvSpPr>
        <p:spPr>
          <a:xfrm>
            <a:off x="396873" y="4367401"/>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wilbur_species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pig</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wilbur_handsome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handsome</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wilbur_likes_charlotte</a:t>
            </a:r>
            <a:r>
              <a:rPr lang="en-US">
                <a:solidFill>
                  <a:schemeClr val="tx1"/>
                </a:solidFill>
                <a:latin typeface="Courier New" panose="02070309020205020404" pitchFamily="49" charset="0"/>
                <a:cs typeface="Courier New" panose="02070309020205020404" pitchFamily="49" charset="0"/>
              </a:rPr>
              <a:t> = True</a:t>
            </a:r>
          </a:p>
        </p:txBody>
      </p:sp>
      <p:pic>
        <p:nvPicPr>
          <p:cNvPr id="9" name="Picture 8">
            <a:extLst>
              <a:ext uri="{FF2B5EF4-FFF2-40B4-BE49-F238E27FC236}">
                <a16:creationId xmlns:a16="http://schemas.microsoft.com/office/drawing/2014/main" id="{C4E12ED0-7540-EB9E-A253-9A0569F757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6700" y="1258700"/>
            <a:ext cx="1625600" cy="2438400"/>
          </a:xfrm>
          <a:prstGeom prst="rect">
            <a:avLst/>
          </a:prstGeom>
        </p:spPr>
      </p:pic>
      <p:sp>
        <p:nvSpPr>
          <p:cNvPr id="11" name="TextBox 10">
            <a:extLst>
              <a:ext uri="{FF2B5EF4-FFF2-40B4-BE49-F238E27FC236}">
                <a16:creationId xmlns:a16="http://schemas.microsoft.com/office/drawing/2014/main" id="{37448BAB-3F3D-3D9E-91A7-10A8989ABDBA}"/>
              </a:ext>
            </a:extLst>
          </p:cNvPr>
          <p:cNvSpPr txBox="1"/>
          <p:nvPr/>
        </p:nvSpPr>
        <p:spPr>
          <a:xfrm>
            <a:off x="3782786" y="1576199"/>
            <a:ext cx="6148614" cy="1646605"/>
          </a:xfrm>
          <a:prstGeom prst="rect">
            <a:avLst/>
          </a:prstGeom>
          <a:noFill/>
        </p:spPr>
        <p:txBody>
          <a:bodyPr wrap="square" rtlCol="0">
            <a:spAutoFit/>
          </a:bodyPr>
          <a:lstStyle/>
          <a:p>
            <a:pPr>
              <a:spcAft>
                <a:spcPts val="600"/>
              </a:spcAft>
            </a:pPr>
            <a:r>
              <a:rPr lang="en-US" sz="2400"/>
              <a:t>Let's say we want to:</a:t>
            </a:r>
          </a:p>
          <a:p>
            <a:pPr marL="285750" indent="-285750">
              <a:buFont typeface="Arial" panose="020B0604020202020204" pitchFamily="34" charset="0"/>
              <a:buChar char="•"/>
            </a:pPr>
            <a:r>
              <a:rPr lang="en-US" sz="2400"/>
              <a:t>Print Wilbur's name if he's a pig.</a:t>
            </a:r>
          </a:p>
          <a:p>
            <a:pPr marL="285750" indent="-285750">
              <a:buFont typeface="Arial" panose="020B0604020202020204" pitchFamily="34" charset="0"/>
              <a:buChar char="•"/>
            </a:pPr>
            <a:r>
              <a:rPr lang="en-US" sz="2400"/>
              <a:t>Compliment him if he's handsome.</a:t>
            </a:r>
          </a:p>
          <a:p>
            <a:pPr marL="285750" indent="-285750">
              <a:buFont typeface="Arial" panose="020B0604020202020204" pitchFamily="34" charset="0"/>
              <a:buChar char="•"/>
            </a:pPr>
            <a:r>
              <a:rPr lang="en-US" sz="2400"/>
              <a:t>Confirm if Charlotte is his best friend.</a:t>
            </a:r>
          </a:p>
        </p:txBody>
      </p:sp>
    </p:spTree>
    <p:extLst>
      <p:ext uri="{BB962C8B-B14F-4D97-AF65-F5344CB8AC3E}">
        <p14:creationId xmlns:p14="http://schemas.microsoft.com/office/powerpoint/2010/main" val="1712577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6ABC6-A5A7-BA65-18B2-1452020A63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A01761-A174-0DFD-932E-4B075B519CD2}"/>
              </a:ext>
            </a:extLst>
          </p:cNvPr>
          <p:cNvSpPr>
            <a:spLocks noGrp="1"/>
          </p:cNvSpPr>
          <p:nvPr>
            <p:ph type="sldNum" sz="quarter" idx="12"/>
          </p:nvPr>
        </p:nvSpPr>
        <p:spPr/>
        <p:txBody>
          <a:bodyPr/>
          <a:lstStyle/>
          <a:p>
            <a:fld id="{DFA4CD3D-26C8-47FF-8D13-9B32BAAB4735}" type="slidenum">
              <a:rPr lang="en-US" smtClean="0"/>
              <a:t>40</a:t>
            </a:fld>
            <a:endParaRPr lang="en-US"/>
          </a:p>
        </p:txBody>
      </p:sp>
      <p:sp>
        <p:nvSpPr>
          <p:cNvPr id="3" name="Content Placeholder 4">
            <a:extLst>
              <a:ext uri="{FF2B5EF4-FFF2-40B4-BE49-F238E27FC236}">
                <a16:creationId xmlns:a16="http://schemas.microsoft.com/office/drawing/2014/main" id="{0ADD26AD-60FF-1EA8-4584-7E3FCD10D536}"/>
              </a:ext>
            </a:extLst>
          </p:cNvPr>
          <p:cNvSpPr txBox="1">
            <a:spLocks/>
          </p:cNvSpPr>
          <p:nvPr/>
        </p:nvSpPr>
        <p:spPr>
          <a:xfrm>
            <a:off x="396873" y="906660"/>
            <a:ext cx="11398254" cy="48665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Step 2: Create conditional statements</a:t>
            </a:r>
          </a:p>
          <a:p>
            <a:endParaRPr lang="en-US" sz="2600">
              <a:solidFill>
                <a:schemeClr val="tx1"/>
              </a:solidFill>
            </a:endParaRPr>
          </a:p>
          <a:p>
            <a:endParaRPr lang="en-US" sz="2600">
              <a:solidFill>
                <a:schemeClr val="tx1"/>
              </a:solidFill>
            </a:endParaRPr>
          </a:p>
        </p:txBody>
      </p:sp>
      <p:sp>
        <p:nvSpPr>
          <p:cNvPr id="7" name="Flowchart: Alternate Process 6">
            <a:extLst>
              <a:ext uri="{FF2B5EF4-FFF2-40B4-BE49-F238E27FC236}">
                <a16:creationId xmlns:a16="http://schemas.microsoft.com/office/drawing/2014/main" id="{7E3F1273-3E56-6257-50AC-6A87C2C53165}"/>
              </a:ext>
            </a:extLst>
          </p:cNvPr>
          <p:cNvSpPr/>
          <p:nvPr/>
        </p:nvSpPr>
        <p:spPr>
          <a:xfrm>
            <a:off x="396873" y="1654500"/>
            <a:ext cx="11053482" cy="329184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Courier New" panose="02070309020205020404" pitchFamily="49" charset="0"/>
                <a:cs typeface="Courier New" panose="02070309020205020404" pitchFamily="49" charset="0"/>
              </a:rPr>
              <a:t>if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wilbur_species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pig</a:t>
            </a:r>
            <a:r>
              <a:rPr lang="en-US">
                <a:solidFill>
                  <a:schemeClr val="tx1"/>
                </a:solidFill>
                <a:latin typeface="Courier New" panose="02070309020205020404" pitchFamily="49" charset="0"/>
                <a:cs typeface="Courier New" panose="02070309020205020404" pitchFamily="49" charset="0"/>
              </a:rPr>
              <a:t>':</a:t>
            </a:r>
            <a:endParaRPr lang="en-US" b="1">
              <a:solidFill>
                <a:schemeClr val="tx1"/>
              </a:solidFill>
              <a:latin typeface="Courier New" panose="02070309020205020404" pitchFamily="49" charset="0"/>
              <a:cs typeface="Courier New" panose="02070309020205020404" pitchFamily="49" charset="0"/>
            </a:endParaRP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Wilbur</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b="1">
                <a:solidFill>
                  <a:schemeClr val="tx1"/>
                </a:solidFill>
                <a:latin typeface="Courier New" panose="02070309020205020404" pitchFamily="49" charset="0"/>
                <a:cs typeface="Courier New" panose="02070309020205020404" pitchFamily="49" charset="0"/>
              </a:rPr>
              <a:t>if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wilbur_handsome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handsome</a:t>
            </a:r>
            <a:r>
              <a:rPr lang="en-US">
                <a:solidFill>
                  <a:schemeClr val="tx1"/>
                </a:solidFill>
                <a:latin typeface="Courier New" panose="02070309020205020404" pitchFamily="49" charset="0"/>
                <a:cs typeface="Courier New" panose="02070309020205020404" pitchFamily="49" charset="0"/>
              </a:rPr>
              <a:t>':</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He's really cute!</a:t>
            </a:r>
            <a:r>
              <a:rPr lang="en-US">
                <a:solidFill>
                  <a:schemeClr val="tx1"/>
                </a:solidFill>
                <a:latin typeface="Courier New" panose="02070309020205020404" pitchFamily="49" charset="0"/>
                <a:cs typeface="Courier New" panose="02070309020205020404" pitchFamily="49" charset="0"/>
              </a:rPr>
              <a:t>")</a:t>
            </a:r>
          </a:p>
          <a:p>
            <a:endParaRPr lang="en-US" b="1">
              <a:solidFill>
                <a:schemeClr val="tx1"/>
              </a:solidFill>
              <a:latin typeface="Courier New" panose="02070309020205020404" pitchFamily="49" charset="0"/>
              <a:cs typeface="Courier New" panose="02070309020205020404" pitchFamily="49" charset="0"/>
            </a:endParaRPr>
          </a:p>
          <a:p>
            <a:r>
              <a:rPr lang="en-US" b="1">
                <a:solidFill>
                  <a:schemeClr val="tx1"/>
                </a:solidFill>
                <a:latin typeface="Courier New" panose="02070309020205020404" pitchFamily="49" charset="0"/>
                <a:cs typeface="Courier New" panose="02070309020205020404" pitchFamily="49" charset="0"/>
              </a:rPr>
              <a:t>if </a:t>
            </a:r>
            <a:r>
              <a:rPr lang="en-US" err="1">
                <a:solidFill>
                  <a:schemeClr val="tx1"/>
                </a:solidFill>
                <a:latin typeface="Courier New" panose="02070309020205020404" pitchFamily="49" charset="0"/>
                <a:cs typeface="Courier New" panose="02070309020205020404" pitchFamily="49" charset="0"/>
              </a:rPr>
              <a:t>wilbur_likes_charlotte</a:t>
            </a:r>
            <a:r>
              <a:rPr lang="en-US">
                <a:solidFill>
                  <a:schemeClr val="tx1"/>
                </a:solidFill>
                <a:latin typeface="Courier New" panose="02070309020205020404" pitchFamily="49" charset="0"/>
                <a:cs typeface="Courier New" panose="02070309020205020404" pitchFamily="49" charset="0"/>
              </a:rPr>
              <a:t> == True:</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Charlotte is Wilbur\'s best friend</a:t>
            </a:r>
            <a:r>
              <a:rPr lang="en-US">
                <a:solidFill>
                  <a:schemeClr val="tx1"/>
                </a:solidFill>
                <a:latin typeface="Courier New" panose="02070309020205020404" pitchFamily="49" charset="0"/>
                <a:cs typeface="Courier New" panose="02070309020205020404" pitchFamily="49" charset="0"/>
              </a:rPr>
              <a:t>')</a:t>
            </a:r>
          </a:p>
          <a:p>
            <a:r>
              <a:rPr lang="en-US" b="1">
                <a:solidFill>
                  <a:schemeClr val="tx1"/>
                </a:solidFill>
                <a:latin typeface="Courier New" panose="02070309020205020404" pitchFamily="49" charset="0"/>
                <a:cs typeface="Courier New" panose="02070309020205020404" pitchFamily="49" charset="0"/>
              </a:rPr>
              <a:t>else:</a:t>
            </a:r>
            <a:endParaRPr lang="en-US">
              <a:solidFill>
                <a:schemeClr val="tx1"/>
              </a:solidFill>
              <a:latin typeface="Courier New" panose="02070309020205020404" pitchFamily="49" charset="0"/>
              <a:cs typeface="Courier New" panose="02070309020205020404" pitchFamily="49" charset="0"/>
            </a:endParaRP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no</a:t>
            </a:r>
            <a:r>
              <a:rPr lang="en-US">
                <a:solidFill>
                  <a:schemeClr val="tx1"/>
                </a:solidFill>
                <a:latin typeface="Courier New" panose="02070309020205020404" pitchFamily="49" charset="0"/>
                <a:cs typeface="Courier New" panose="02070309020205020404" pitchFamily="49" charset="0"/>
              </a:rPr>
              <a:t>')</a:t>
            </a:r>
            <a:endParaRPr lang="en-US" b="1">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57109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102149-20E9-1DAF-4B10-C224AC7F0BE4}"/>
              </a:ext>
            </a:extLst>
          </p:cNvPr>
          <p:cNvSpPr>
            <a:spLocks noGrp="1"/>
          </p:cNvSpPr>
          <p:nvPr>
            <p:ph type="sldNum" sz="quarter" idx="12"/>
          </p:nvPr>
        </p:nvSpPr>
        <p:spPr/>
        <p:txBody>
          <a:bodyPr/>
          <a:lstStyle/>
          <a:p>
            <a:fld id="{DFA4CD3D-26C8-47FF-8D13-9B32BAAB4735}" type="slidenum">
              <a:rPr lang="en-US" smtClean="0"/>
              <a:t>41</a:t>
            </a:fld>
            <a:endParaRPr lang="en-US"/>
          </a:p>
        </p:txBody>
      </p:sp>
      <p:sp>
        <p:nvSpPr>
          <p:cNvPr id="3" name="Title 2">
            <a:extLst>
              <a:ext uri="{FF2B5EF4-FFF2-40B4-BE49-F238E27FC236}">
                <a16:creationId xmlns:a16="http://schemas.microsoft.com/office/drawing/2014/main" id="{69409C69-46DA-4711-6F82-00FC2C0DF68E}"/>
              </a:ext>
            </a:extLst>
          </p:cNvPr>
          <p:cNvSpPr>
            <a:spLocks noGrp="1"/>
          </p:cNvSpPr>
          <p:nvPr>
            <p:ph type="title"/>
          </p:nvPr>
        </p:nvSpPr>
        <p:spPr/>
        <p:txBody>
          <a:bodyPr/>
          <a:lstStyle/>
          <a:p>
            <a:r>
              <a:rPr lang="en-US">
                <a:latin typeface="Buckeye Serif 2 Black" pitchFamily="2" charset="0"/>
                <a:ea typeface="Buckeye Serif 2 Black" pitchFamily="2" charset="0"/>
              </a:rPr>
              <a:t>Using if, </a:t>
            </a:r>
            <a:r>
              <a:rPr lang="en-US" err="1">
                <a:latin typeface="Buckeye Serif 2 Black" pitchFamily="2" charset="0"/>
                <a:ea typeface="Buckeye Serif 2 Black" pitchFamily="2" charset="0"/>
              </a:rPr>
              <a:t>elif</a:t>
            </a:r>
            <a:r>
              <a:rPr lang="en-US">
                <a:latin typeface="Buckeye Serif 2 Black" pitchFamily="2" charset="0"/>
                <a:ea typeface="Buckeye Serif 2 Black" pitchFamily="2" charset="0"/>
              </a:rPr>
              <a:t>, and else</a:t>
            </a:r>
            <a:endParaRPr lang="en-US">
              <a:solidFill>
                <a:srgbClr val="7030A0"/>
              </a:solidFill>
              <a:latin typeface="Courier New" panose="02070309020205020404" pitchFamily="49" charset="0"/>
              <a:ea typeface="Buckeye Serif 2 Black" pitchFamily="2" charset="0"/>
              <a:cs typeface="Courier New" panose="02070309020205020404" pitchFamily="49" charset="0"/>
            </a:endParaRPr>
          </a:p>
        </p:txBody>
      </p:sp>
      <p:sp>
        <p:nvSpPr>
          <p:cNvPr id="5" name="Content Placeholder 4">
            <a:extLst>
              <a:ext uri="{FF2B5EF4-FFF2-40B4-BE49-F238E27FC236}">
                <a16:creationId xmlns:a16="http://schemas.microsoft.com/office/drawing/2014/main" id="{8A2F7474-4667-A6DB-5B73-501F7815DC94}"/>
              </a:ext>
            </a:extLst>
          </p:cNvPr>
          <p:cNvSpPr>
            <a:spLocks noGrp="1"/>
          </p:cNvSpPr>
          <p:nvPr>
            <p:ph idx="1"/>
          </p:nvPr>
        </p:nvSpPr>
        <p:spPr>
          <a:xfrm>
            <a:off x="396873" y="2074421"/>
            <a:ext cx="11398254" cy="1608579"/>
          </a:xfrm>
        </p:spPr>
        <p:txBody>
          <a:bodyPr/>
          <a:lstStyle/>
          <a:p>
            <a:pPr marL="342900" indent="-342900">
              <a:buFont typeface="Arial" panose="020B0604020202020204" pitchFamily="34" charset="0"/>
              <a:buChar char="•"/>
            </a:pPr>
            <a:r>
              <a:rPr lang="en-US" b="1">
                <a:solidFill>
                  <a:srgbClr val="7030A0"/>
                </a:solidFill>
              </a:rPr>
              <a:t>if</a:t>
            </a:r>
            <a:r>
              <a:rPr lang="en-US">
                <a:solidFill>
                  <a:srgbClr val="7030A0"/>
                </a:solidFill>
              </a:rPr>
              <a:t> </a:t>
            </a:r>
            <a:r>
              <a:rPr lang="en-US">
                <a:solidFill>
                  <a:schemeClr val="tx1"/>
                </a:solidFill>
              </a:rPr>
              <a:t>checks the first condition.</a:t>
            </a:r>
          </a:p>
          <a:p>
            <a:pPr marL="342900" indent="-342900">
              <a:buFont typeface="Arial" panose="020B0604020202020204" pitchFamily="34" charset="0"/>
              <a:buChar char="•"/>
            </a:pPr>
            <a:r>
              <a:rPr lang="en-US" b="1" err="1">
                <a:solidFill>
                  <a:srgbClr val="7030A0"/>
                </a:solidFill>
              </a:rPr>
              <a:t>elif</a:t>
            </a:r>
            <a:r>
              <a:rPr lang="en-US">
                <a:solidFill>
                  <a:schemeClr val="tx1"/>
                </a:solidFill>
              </a:rPr>
              <a:t> (short for "else if") checks additional conditions if the first is false.</a:t>
            </a:r>
          </a:p>
          <a:p>
            <a:pPr marL="342900" indent="-342900">
              <a:buFont typeface="Arial" panose="020B0604020202020204" pitchFamily="34" charset="0"/>
              <a:buChar char="•"/>
            </a:pPr>
            <a:r>
              <a:rPr lang="en-US" b="1">
                <a:solidFill>
                  <a:srgbClr val="7030A0"/>
                </a:solidFill>
              </a:rPr>
              <a:t>else</a:t>
            </a:r>
            <a:r>
              <a:rPr lang="en-US">
                <a:solidFill>
                  <a:schemeClr val="tx1"/>
                </a:solidFill>
              </a:rPr>
              <a:t> runs if none of the previous conditions are met.</a:t>
            </a:r>
            <a:endParaRPr lang="en-US" b="1">
              <a:solidFill>
                <a:srgbClr val="7030A0"/>
              </a:solidFill>
            </a:endParaRPr>
          </a:p>
        </p:txBody>
      </p:sp>
      <p:sp>
        <p:nvSpPr>
          <p:cNvPr id="7" name="Flowchart: Alternate Process 6">
            <a:extLst>
              <a:ext uri="{FF2B5EF4-FFF2-40B4-BE49-F238E27FC236}">
                <a16:creationId xmlns:a16="http://schemas.microsoft.com/office/drawing/2014/main" id="{856EDAE8-AF0D-FB7C-BA39-23DCBBC81F5B}"/>
              </a:ext>
            </a:extLst>
          </p:cNvPr>
          <p:cNvSpPr/>
          <p:nvPr/>
        </p:nvSpPr>
        <p:spPr>
          <a:xfrm>
            <a:off x="396873" y="4367401"/>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Courier New" panose="02070309020205020404" pitchFamily="49" charset="0"/>
                <a:cs typeface="Courier New" panose="02070309020205020404" pitchFamily="49" charset="0"/>
              </a:rPr>
              <a:t>if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wilbur_likes_charlotte</a:t>
            </a:r>
            <a:r>
              <a:rPr lang="en-US">
                <a:solidFill>
                  <a:schemeClr val="tx1"/>
                </a:solidFill>
                <a:latin typeface="Courier New" panose="02070309020205020404" pitchFamily="49" charset="0"/>
                <a:cs typeface="Courier New" panose="02070309020205020404" pitchFamily="49" charset="0"/>
              </a:rPr>
              <a:t> == False:</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no</a:t>
            </a:r>
            <a:r>
              <a:rPr lang="en-US">
                <a:solidFill>
                  <a:schemeClr val="tx1"/>
                </a:solidFill>
                <a:latin typeface="Courier New" panose="02070309020205020404" pitchFamily="49" charset="0"/>
                <a:cs typeface="Courier New" panose="02070309020205020404" pitchFamily="49" charset="0"/>
              </a:rPr>
              <a:t>')</a:t>
            </a:r>
          </a:p>
          <a:p>
            <a:r>
              <a:rPr lang="en-US" b="1">
                <a:solidFill>
                  <a:schemeClr val="tx1"/>
                </a:solidFill>
                <a:latin typeface="Courier New" panose="02070309020205020404" pitchFamily="49" charset="0"/>
                <a:cs typeface="Courier New" panose="02070309020205020404" pitchFamily="49" charset="0"/>
              </a:rPr>
              <a:t>else:</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Charlotte is Wilbur's best friend</a:t>
            </a:r>
            <a:r>
              <a:rPr lang="en-US">
                <a:solidFill>
                  <a:schemeClr val="tx1"/>
                </a:solidFill>
                <a:latin typeface="Courier New" panose="02070309020205020404" pitchFamily="49" charset="0"/>
                <a:cs typeface="Courier New" panose="02070309020205020404" pitchFamily="49" charset="0"/>
              </a:rPr>
              <a:t>")</a:t>
            </a:r>
            <a:endParaRPr lang="en-US" b="1">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813394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574986-C86D-4972-FE1B-7C3A3E181192}"/>
              </a:ext>
            </a:extLst>
          </p:cNvPr>
          <p:cNvSpPr>
            <a:spLocks noGrp="1"/>
          </p:cNvSpPr>
          <p:nvPr>
            <p:ph type="sldNum" sz="quarter" idx="12"/>
          </p:nvPr>
        </p:nvSpPr>
        <p:spPr/>
        <p:txBody>
          <a:bodyPr/>
          <a:lstStyle/>
          <a:p>
            <a:fld id="{DFA4CD3D-26C8-47FF-8D13-9B32BAAB4735}" type="slidenum">
              <a:rPr lang="en-US" smtClean="0"/>
              <a:t>42</a:t>
            </a:fld>
            <a:endParaRPr lang="en-US"/>
          </a:p>
        </p:txBody>
      </p:sp>
      <p:sp>
        <p:nvSpPr>
          <p:cNvPr id="3" name="Title 2">
            <a:extLst>
              <a:ext uri="{FF2B5EF4-FFF2-40B4-BE49-F238E27FC236}">
                <a16:creationId xmlns:a16="http://schemas.microsoft.com/office/drawing/2014/main" id="{3E1ADBA1-A1CA-FBEB-0D48-B63DB439FD4E}"/>
              </a:ext>
            </a:extLst>
          </p:cNvPr>
          <p:cNvSpPr>
            <a:spLocks noGrp="1"/>
          </p:cNvSpPr>
          <p:nvPr>
            <p:ph type="title"/>
          </p:nvPr>
        </p:nvSpPr>
        <p:spPr/>
        <p:txBody>
          <a:bodyPr/>
          <a:lstStyle/>
          <a:p>
            <a:r>
              <a:rPr lang="en-US"/>
              <a:t>Comparison operators</a:t>
            </a:r>
          </a:p>
        </p:txBody>
      </p:sp>
      <p:graphicFrame>
        <p:nvGraphicFramePr>
          <p:cNvPr id="7" name="Content Placeholder 6">
            <a:extLst>
              <a:ext uri="{FF2B5EF4-FFF2-40B4-BE49-F238E27FC236}">
                <a16:creationId xmlns:a16="http://schemas.microsoft.com/office/drawing/2014/main" id="{175987F8-2F16-BB4E-3D98-8979622CC57E}"/>
              </a:ext>
            </a:extLst>
          </p:cNvPr>
          <p:cNvGraphicFramePr>
            <a:graphicFrameLocks noGrp="1"/>
          </p:cNvGraphicFramePr>
          <p:nvPr>
            <p:ph idx="1"/>
            <p:extLst>
              <p:ext uri="{D42A27DB-BD31-4B8C-83A1-F6EECF244321}">
                <p14:modId xmlns:p14="http://schemas.microsoft.com/office/powerpoint/2010/main" val="1478792835"/>
              </p:ext>
            </p:extLst>
          </p:nvPr>
        </p:nvGraphicFramePr>
        <p:xfrm>
          <a:off x="396875" y="2074863"/>
          <a:ext cx="11398250" cy="2595880"/>
        </p:xfrm>
        <a:graphic>
          <a:graphicData uri="http://schemas.openxmlformats.org/drawingml/2006/table">
            <a:tbl>
              <a:tblPr firstRow="1" bandRow="1">
                <a:tableStyleId>{5C22544A-7EE6-4342-B048-85BDC9FD1C3A}</a:tableStyleId>
              </a:tblPr>
              <a:tblGrid>
                <a:gridCol w="5699125">
                  <a:extLst>
                    <a:ext uri="{9D8B030D-6E8A-4147-A177-3AD203B41FA5}">
                      <a16:colId xmlns:a16="http://schemas.microsoft.com/office/drawing/2014/main" val="4067091920"/>
                    </a:ext>
                  </a:extLst>
                </a:gridCol>
                <a:gridCol w="5699125">
                  <a:extLst>
                    <a:ext uri="{9D8B030D-6E8A-4147-A177-3AD203B41FA5}">
                      <a16:colId xmlns:a16="http://schemas.microsoft.com/office/drawing/2014/main" val="1063832860"/>
                    </a:ext>
                  </a:extLst>
                </a:gridCol>
              </a:tblGrid>
              <a:tr h="370840">
                <a:tc>
                  <a:txBody>
                    <a:bodyPr/>
                    <a:lstStyle/>
                    <a:p>
                      <a:r>
                        <a:rPr lang="en-US"/>
                        <a:t>Operator</a:t>
                      </a:r>
                    </a:p>
                  </a:txBody>
                  <a:tcPr/>
                </a:tc>
                <a:tc>
                  <a:txBody>
                    <a:bodyPr/>
                    <a:lstStyle/>
                    <a:p>
                      <a:r>
                        <a:rPr lang="en-US"/>
                        <a:t>Meaning</a:t>
                      </a:r>
                    </a:p>
                  </a:txBody>
                  <a:tcPr/>
                </a:tc>
                <a:extLst>
                  <a:ext uri="{0D108BD9-81ED-4DB2-BD59-A6C34878D82A}">
                    <a16:rowId xmlns:a16="http://schemas.microsoft.com/office/drawing/2014/main" val="1552747419"/>
                  </a:ext>
                </a:extLst>
              </a:tr>
              <a:tr h="370840">
                <a:tc>
                  <a:txBody>
                    <a:bodyPr/>
                    <a:lstStyle/>
                    <a:p>
                      <a:r>
                        <a:rPr lang="en-US" b="1"/>
                        <a:t>==</a:t>
                      </a:r>
                    </a:p>
                  </a:txBody>
                  <a:tcPr/>
                </a:tc>
                <a:tc>
                  <a:txBody>
                    <a:bodyPr/>
                    <a:lstStyle/>
                    <a:p>
                      <a:r>
                        <a:rPr lang="en-US"/>
                        <a:t>Equal to</a:t>
                      </a:r>
                    </a:p>
                  </a:txBody>
                  <a:tcPr/>
                </a:tc>
                <a:extLst>
                  <a:ext uri="{0D108BD9-81ED-4DB2-BD59-A6C34878D82A}">
                    <a16:rowId xmlns:a16="http://schemas.microsoft.com/office/drawing/2014/main" val="226923856"/>
                  </a:ext>
                </a:extLst>
              </a:tr>
              <a:tr h="370840">
                <a:tc>
                  <a:txBody>
                    <a:bodyPr/>
                    <a:lstStyle/>
                    <a:p>
                      <a:r>
                        <a:rPr lang="en-US" b="1"/>
                        <a:t>!=</a:t>
                      </a:r>
                    </a:p>
                  </a:txBody>
                  <a:tcPr/>
                </a:tc>
                <a:tc>
                  <a:txBody>
                    <a:bodyPr/>
                    <a:lstStyle/>
                    <a:p>
                      <a:r>
                        <a:rPr lang="en-US"/>
                        <a:t>Not equal to</a:t>
                      </a:r>
                    </a:p>
                  </a:txBody>
                  <a:tcPr/>
                </a:tc>
                <a:extLst>
                  <a:ext uri="{0D108BD9-81ED-4DB2-BD59-A6C34878D82A}">
                    <a16:rowId xmlns:a16="http://schemas.microsoft.com/office/drawing/2014/main" val="1443708751"/>
                  </a:ext>
                </a:extLst>
              </a:tr>
              <a:tr h="370840">
                <a:tc>
                  <a:txBody>
                    <a:bodyPr/>
                    <a:lstStyle/>
                    <a:p>
                      <a:r>
                        <a:rPr lang="en-US" b="1"/>
                        <a:t>&gt;</a:t>
                      </a:r>
                    </a:p>
                  </a:txBody>
                  <a:tcPr/>
                </a:tc>
                <a:tc>
                  <a:txBody>
                    <a:bodyPr/>
                    <a:lstStyle/>
                    <a:p>
                      <a:r>
                        <a:rPr lang="en-US"/>
                        <a:t>Greater than</a:t>
                      </a:r>
                    </a:p>
                  </a:txBody>
                  <a:tcPr/>
                </a:tc>
                <a:extLst>
                  <a:ext uri="{0D108BD9-81ED-4DB2-BD59-A6C34878D82A}">
                    <a16:rowId xmlns:a16="http://schemas.microsoft.com/office/drawing/2014/main" val="1607111354"/>
                  </a:ext>
                </a:extLst>
              </a:tr>
              <a:tr h="370840">
                <a:tc>
                  <a:txBody>
                    <a:bodyPr/>
                    <a:lstStyle/>
                    <a:p>
                      <a:r>
                        <a:rPr lang="en-US" b="1"/>
                        <a:t>&lt;</a:t>
                      </a:r>
                    </a:p>
                  </a:txBody>
                  <a:tcPr/>
                </a:tc>
                <a:tc>
                  <a:txBody>
                    <a:bodyPr/>
                    <a:lstStyle/>
                    <a:p>
                      <a:r>
                        <a:rPr lang="en-US"/>
                        <a:t>Less than</a:t>
                      </a:r>
                    </a:p>
                  </a:txBody>
                  <a:tcPr/>
                </a:tc>
                <a:extLst>
                  <a:ext uri="{0D108BD9-81ED-4DB2-BD59-A6C34878D82A}">
                    <a16:rowId xmlns:a16="http://schemas.microsoft.com/office/drawing/2014/main" val="292991182"/>
                  </a:ext>
                </a:extLst>
              </a:tr>
              <a:tr h="370840">
                <a:tc>
                  <a:txBody>
                    <a:bodyPr/>
                    <a:lstStyle/>
                    <a:p>
                      <a:r>
                        <a:rPr lang="en-US" b="1"/>
                        <a:t>&gt;=</a:t>
                      </a:r>
                    </a:p>
                  </a:txBody>
                  <a:tcPr/>
                </a:tc>
                <a:tc>
                  <a:txBody>
                    <a:bodyPr/>
                    <a:lstStyle/>
                    <a:p>
                      <a:r>
                        <a:rPr lang="en-US"/>
                        <a:t>Greater than or equal to</a:t>
                      </a:r>
                    </a:p>
                  </a:txBody>
                  <a:tcPr/>
                </a:tc>
                <a:extLst>
                  <a:ext uri="{0D108BD9-81ED-4DB2-BD59-A6C34878D82A}">
                    <a16:rowId xmlns:a16="http://schemas.microsoft.com/office/drawing/2014/main" val="3326573348"/>
                  </a:ext>
                </a:extLst>
              </a:tr>
              <a:tr h="370840">
                <a:tc>
                  <a:txBody>
                    <a:bodyPr/>
                    <a:lstStyle/>
                    <a:p>
                      <a:r>
                        <a:rPr lang="en-US" b="1"/>
                        <a:t>&lt;=</a:t>
                      </a:r>
                    </a:p>
                  </a:txBody>
                  <a:tcPr/>
                </a:tc>
                <a:tc>
                  <a:txBody>
                    <a:bodyPr/>
                    <a:lstStyle/>
                    <a:p>
                      <a:r>
                        <a:rPr lang="en-US"/>
                        <a:t>Less than or equal to</a:t>
                      </a:r>
                    </a:p>
                  </a:txBody>
                  <a:tcPr/>
                </a:tc>
                <a:extLst>
                  <a:ext uri="{0D108BD9-81ED-4DB2-BD59-A6C34878D82A}">
                    <a16:rowId xmlns:a16="http://schemas.microsoft.com/office/drawing/2014/main" val="1684733022"/>
                  </a:ext>
                </a:extLst>
              </a:tr>
            </a:tbl>
          </a:graphicData>
        </a:graphic>
      </p:graphicFrame>
    </p:spTree>
    <p:extLst>
      <p:ext uri="{BB962C8B-B14F-4D97-AF65-F5344CB8AC3E}">
        <p14:creationId xmlns:p14="http://schemas.microsoft.com/office/powerpoint/2010/main" val="10570675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AD315-1DF8-C55F-4DBF-8D7B8D44D17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107B7B-B5CE-68DD-F5AF-D454B9443EE5}"/>
              </a:ext>
            </a:extLst>
          </p:cNvPr>
          <p:cNvSpPr>
            <a:spLocks noGrp="1"/>
          </p:cNvSpPr>
          <p:nvPr>
            <p:ph type="sldNum" sz="quarter" idx="12"/>
          </p:nvPr>
        </p:nvSpPr>
        <p:spPr/>
        <p:txBody>
          <a:bodyPr/>
          <a:lstStyle/>
          <a:p>
            <a:fld id="{DFA4CD3D-26C8-47FF-8D13-9B32BAAB4735}" type="slidenum">
              <a:rPr lang="en-US" smtClean="0"/>
              <a:t>43</a:t>
            </a:fld>
            <a:endParaRPr lang="en-US"/>
          </a:p>
        </p:txBody>
      </p:sp>
      <p:sp>
        <p:nvSpPr>
          <p:cNvPr id="3" name="Title 2">
            <a:extLst>
              <a:ext uri="{FF2B5EF4-FFF2-40B4-BE49-F238E27FC236}">
                <a16:creationId xmlns:a16="http://schemas.microsoft.com/office/drawing/2014/main" id="{1D0D2AB4-FFC3-14E8-E481-77D2D7ED3921}"/>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4: Conditions and Comparisons</a:t>
            </a:r>
          </a:p>
        </p:txBody>
      </p:sp>
      <p:pic>
        <p:nvPicPr>
          <p:cNvPr id="8" name="Content Placeholder 7">
            <a:extLst>
              <a:ext uri="{FF2B5EF4-FFF2-40B4-BE49-F238E27FC236}">
                <a16:creationId xmlns:a16="http://schemas.microsoft.com/office/drawing/2014/main" id="{39F7FEBB-0718-10D3-C1FD-8B911E2AF4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4" name="TextBox 3">
            <a:extLst>
              <a:ext uri="{FF2B5EF4-FFF2-40B4-BE49-F238E27FC236}">
                <a16:creationId xmlns:a16="http://schemas.microsoft.com/office/drawing/2014/main" id="{AF32BB53-5981-333B-37A6-7488E81C96AC}"/>
              </a:ext>
            </a:extLst>
          </p:cNvPr>
          <p:cNvSpPr txBox="1"/>
          <p:nvPr/>
        </p:nvSpPr>
        <p:spPr>
          <a:xfrm>
            <a:off x="396873" y="3162646"/>
            <a:ext cx="11537227" cy="461665"/>
          </a:xfrm>
          <a:prstGeom prst="rect">
            <a:avLst/>
          </a:prstGeom>
          <a:noFill/>
        </p:spPr>
        <p:txBody>
          <a:bodyPr wrap="square" rtlCol="0">
            <a:spAutoFit/>
          </a:bodyPr>
          <a:lstStyle/>
          <a:p>
            <a:r>
              <a:rPr lang="en-US" sz="2400"/>
              <a:t>Is Wilbur older than Charlotte? Verify Wilbur's age with a conditional statement.</a:t>
            </a:r>
          </a:p>
        </p:txBody>
      </p:sp>
      <p:sp>
        <p:nvSpPr>
          <p:cNvPr id="5" name="Flowchart: Alternate Process 4">
            <a:extLst>
              <a:ext uri="{FF2B5EF4-FFF2-40B4-BE49-F238E27FC236}">
                <a16:creationId xmlns:a16="http://schemas.microsoft.com/office/drawing/2014/main" id="{765A354B-EDFC-E017-11C7-B2EE5D881FDD}"/>
              </a:ext>
            </a:extLst>
          </p:cNvPr>
          <p:cNvSpPr/>
          <p:nvPr/>
        </p:nvSpPr>
        <p:spPr>
          <a:xfrm>
            <a:off x="327386" y="1743815"/>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wilbur_age</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a:t>
            </a:r>
          </a:p>
          <a:p>
            <a:r>
              <a:rPr lang="en-US" err="1">
                <a:solidFill>
                  <a:schemeClr val="tx1"/>
                </a:solidFill>
                <a:latin typeface="Courier New" panose="02070309020205020404" pitchFamily="49" charset="0"/>
                <a:cs typeface="Courier New" panose="02070309020205020404" pitchFamily="49" charset="0"/>
              </a:rPr>
              <a:t>charlotte_age</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4</a:t>
            </a:r>
          </a:p>
          <a:p>
            <a:r>
              <a:rPr lang="en-US" err="1">
                <a:solidFill>
                  <a:schemeClr val="tx1"/>
                </a:solidFill>
                <a:latin typeface="Courier New" panose="02070309020205020404" pitchFamily="49" charset="0"/>
                <a:cs typeface="Courier New" panose="02070309020205020404" pitchFamily="49" charset="0"/>
              </a:rPr>
              <a:t>farmer_age</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42</a:t>
            </a:r>
          </a:p>
        </p:txBody>
      </p:sp>
    </p:spTree>
    <p:extLst>
      <p:ext uri="{BB962C8B-B14F-4D97-AF65-F5344CB8AC3E}">
        <p14:creationId xmlns:p14="http://schemas.microsoft.com/office/powerpoint/2010/main" val="30686390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CBE74C-8C42-138B-4D31-77758E57381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E4CCF3-CBF1-46DF-95D1-42A5F22FB576}"/>
              </a:ext>
            </a:extLst>
          </p:cNvPr>
          <p:cNvSpPr>
            <a:spLocks noGrp="1"/>
          </p:cNvSpPr>
          <p:nvPr>
            <p:ph type="sldNum" sz="quarter" idx="12"/>
          </p:nvPr>
        </p:nvSpPr>
        <p:spPr/>
        <p:txBody>
          <a:bodyPr/>
          <a:lstStyle/>
          <a:p>
            <a:fld id="{DFA4CD3D-26C8-47FF-8D13-9B32BAAB4735}" type="slidenum">
              <a:rPr lang="en-US" smtClean="0"/>
              <a:t>44</a:t>
            </a:fld>
            <a:endParaRPr lang="en-US"/>
          </a:p>
        </p:txBody>
      </p:sp>
      <p:sp>
        <p:nvSpPr>
          <p:cNvPr id="3" name="Title 2">
            <a:extLst>
              <a:ext uri="{FF2B5EF4-FFF2-40B4-BE49-F238E27FC236}">
                <a16:creationId xmlns:a16="http://schemas.microsoft.com/office/drawing/2014/main" id="{9171FB8F-84DD-9E0B-5179-AB54373EF013}"/>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5" name="Picture 4">
            <a:extLst>
              <a:ext uri="{FF2B5EF4-FFF2-40B4-BE49-F238E27FC236}">
                <a16:creationId xmlns:a16="http://schemas.microsoft.com/office/drawing/2014/main" id="{8875DECC-0758-25CA-CF88-41F95B430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7" name="Flowchart: Alternate Process 6">
            <a:extLst>
              <a:ext uri="{FF2B5EF4-FFF2-40B4-BE49-F238E27FC236}">
                <a16:creationId xmlns:a16="http://schemas.microsoft.com/office/drawing/2014/main" id="{ADFC0C75-2226-9844-B2D6-FEE3851AFAD3}"/>
              </a:ext>
            </a:extLst>
          </p:cNvPr>
          <p:cNvSpPr/>
          <p:nvPr/>
        </p:nvSpPr>
        <p:spPr>
          <a:xfrm>
            <a:off x="327386" y="1743813"/>
            <a:ext cx="11053482" cy="310896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wilbur_age</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a:t>
            </a:r>
          </a:p>
          <a:p>
            <a:r>
              <a:rPr lang="en-US" err="1">
                <a:solidFill>
                  <a:schemeClr val="tx1"/>
                </a:solidFill>
                <a:latin typeface="Courier New" panose="02070309020205020404" pitchFamily="49" charset="0"/>
                <a:cs typeface="Courier New" panose="02070309020205020404" pitchFamily="49" charset="0"/>
              </a:rPr>
              <a:t>charlotte_age</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4</a:t>
            </a:r>
          </a:p>
          <a:p>
            <a:r>
              <a:rPr lang="en-US" err="1">
                <a:solidFill>
                  <a:schemeClr val="tx1"/>
                </a:solidFill>
                <a:latin typeface="Courier New" panose="02070309020205020404" pitchFamily="49" charset="0"/>
                <a:cs typeface="Courier New" panose="02070309020205020404" pitchFamily="49" charset="0"/>
              </a:rPr>
              <a:t>farmer_age</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42</a:t>
            </a:r>
          </a:p>
          <a:p>
            <a:endParaRPr lang="en-US">
              <a:solidFill>
                <a:srgbClr val="C00000"/>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IS WILBUR OLDER THAN CHARLOTTE?</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if </a:t>
            </a:r>
            <a:r>
              <a:rPr lang="en-US" err="1">
                <a:solidFill>
                  <a:schemeClr val="tx1"/>
                </a:solidFill>
                <a:latin typeface="Courier New" panose="02070309020205020404" pitchFamily="49" charset="0"/>
                <a:cs typeface="Courier New" panose="02070309020205020404" pitchFamily="49" charset="0"/>
              </a:rPr>
              <a:t>wilbur_age</a:t>
            </a:r>
            <a:r>
              <a:rPr lang="en-US">
                <a:solidFill>
                  <a:schemeClr val="tx1"/>
                </a:solidFill>
                <a:latin typeface="Courier New" panose="02070309020205020404" pitchFamily="49" charset="0"/>
                <a:cs typeface="Courier New" panose="02070309020205020404" pitchFamily="49" charset="0"/>
              </a:rPr>
              <a:t> &gt; </a:t>
            </a:r>
            <a:r>
              <a:rPr lang="en-US" err="1">
                <a:solidFill>
                  <a:schemeClr val="tx1"/>
                </a:solidFill>
                <a:latin typeface="Courier New" panose="02070309020205020404" pitchFamily="49" charset="0"/>
                <a:cs typeface="Courier New" panose="02070309020205020404" pitchFamily="49" charset="0"/>
              </a:rPr>
              <a:t>charlotte_age</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    print("</a:t>
            </a:r>
            <a:r>
              <a:rPr lang="en-US">
                <a:solidFill>
                  <a:srgbClr val="00B050"/>
                </a:solidFill>
                <a:latin typeface="Courier New" panose="02070309020205020404" pitchFamily="49" charset="0"/>
                <a:cs typeface="Courier New" panose="02070309020205020404" pitchFamily="49" charset="0"/>
              </a:rPr>
              <a:t>Wilbur is older than Charlotte</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else:</a:t>
            </a:r>
          </a:p>
          <a:p>
            <a:r>
              <a:rPr lang="en-US">
                <a:solidFill>
                  <a:schemeClr val="tx1"/>
                </a:solidFill>
                <a:latin typeface="Courier New" panose="02070309020205020404" pitchFamily="49" charset="0"/>
                <a:cs typeface="Courier New" panose="02070309020205020404" pitchFamily="49" charset="0"/>
              </a:rPr>
              <a:t>    print("</a:t>
            </a:r>
            <a:r>
              <a:rPr lang="en-US">
                <a:solidFill>
                  <a:srgbClr val="00B050"/>
                </a:solidFill>
                <a:latin typeface="Courier New" panose="02070309020205020404" pitchFamily="49" charset="0"/>
                <a:cs typeface="Courier New" panose="02070309020205020404" pitchFamily="49" charset="0"/>
              </a:rPr>
              <a:t>Wilbur is younger than Charlotte</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27941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AA5630-DD3C-24AB-B4D1-FE33E4FFC768}"/>
              </a:ext>
            </a:extLst>
          </p:cNvPr>
          <p:cNvSpPr>
            <a:spLocks noGrp="1"/>
          </p:cNvSpPr>
          <p:nvPr>
            <p:ph type="sldNum" sz="quarter" idx="12"/>
          </p:nvPr>
        </p:nvSpPr>
        <p:spPr/>
        <p:txBody>
          <a:bodyPr/>
          <a:lstStyle/>
          <a:p>
            <a:fld id="{DFA4CD3D-26C8-47FF-8D13-9B32BAAB4735}" type="slidenum">
              <a:rPr lang="en-US" smtClean="0"/>
              <a:t>45</a:t>
            </a:fld>
            <a:endParaRPr lang="en-US"/>
          </a:p>
        </p:txBody>
      </p:sp>
      <p:sp>
        <p:nvSpPr>
          <p:cNvPr id="3" name="Title 2">
            <a:extLst>
              <a:ext uri="{FF2B5EF4-FFF2-40B4-BE49-F238E27FC236}">
                <a16:creationId xmlns:a16="http://schemas.microsoft.com/office/drawing/2014/main" id="{BC9926DC-B229-EEC6-4576-604CFF9A44B6}"/>
              </a:ext>
            </a:extLst>
          </p:cNvPr>
          <p:cNvSpPr>
            <a:spLocks noGrp="1"/>
          </p:cNvSpPr>
          <p:nvPr>
            <p:ph type="title"/>
          </p:nvPr>
        </p:nvSpPr>
        <p:spPr/>
        <p:txBody>
          <a:bodyPr/>
          <a:lstStyle/>
          <a:p>
            <a:r>
              <a:rPr lang="en-US"/>
              <a:t>Logical operators</a:t>
            </a:r>
          </a:p>
        </p:txBody>
      </p:sp>
      <p:graphicFrame>
        <p:nvGraphicFramePr>
          <p:cNvPr id="7" name="Content Placeholder 6">
            <a:extLst>
              <a:ext uri="{FF2B5EF4-FFF2-40B4-BE49-F238E27FC236}">
                <a16:creationId xmlns:a16="http://schemas.microsoft.com/office/drawing/2014/main" id="{9823E422-572A-327C-9CAE-A5C2986430C4}"/>
              </a:ext>
            </a:extLst>
          </p:cNvPr>
          <p:cNvGraphicFramePr>
            <a:graphicFrameLocks noGrp="1"/>
          </p:cNvGraphicFramePr>
          <p:nvPr>
            <p:ph idx="1"/>
            <p:extLst>
              <p:ext uri="{D42A27DB-BD31-4B8C-83A1-F6EECF244321}">
                <p14:modId xmlns:p14="http://schemas.microsoft.com/office/powerpoint/2010/main" val="1876754349"/>
              </p:ext>
            </p:extLst>
          </p:nvPr>
        </p:nvGraphicFramePr>
        <p:xfrm>
          <a:off x="396872" y="2383183"/>
          <a:ext cx="11398250" cy="1483360"/>
        </p:xfrm>
        <a:graphic>
          <a:graphicData uri="http://schemas.openxmlformats.org/drawingml/2006/table">
            <a:tbl>
              <a:tblPr firstRow="1" bandRow="1">
                <a:tableStyleId>{5C22544A-7EE6-4342-B048-85BDC9FD1C3A}</a:tableStyleId>
              </a:tblPr>
              <a:tblGrid>
                <a:gridCol w="5699125">
                  <a:extLst>
                    <a:ext uri="{9D8B030D-6E8A-4147-A177-3AD203B41FA5}">
                      <a16:colId xmlns:a16="http://schemas.microsoft.com/office/drawing/2014/main" val="3231593474"/>
                    </a:ext>
                  </a:extLst>
                </a:gridCol>
                <a:gridCol w="5699125">
                  <a:extLst>
                    <a:ext uri="{9D8B030D-6E8A-4147-A177-3AD203B41FA5}">
                      <a16:colId xmlns:a16="http://schemas.microsoft.com/office/drawing/2014/main" val="2925694382"/>
                    </a:ext>
                  </a:extLst>
                </a:gridCol>
              </a:tblGrid>
              <a:tr h="370840">
                <a:tc>
                  <a:txBody>
                    <a:bodyPr/>
                    <a:lstStyle/>
                    <a:p>
                      <a:r>
                        <a:rPr lang="en-US"/>
                        <a:t>Operator</a:t>
                      </a:r>
                    </a:p>
                  </a:txBody>
                  <a:tcPr/>
                </a:tc>
                <a:tc>
                  <a:txBody>
                    <a:bodyPr/>
                    <a:lstStyle/>
                    <a:p>
                      <a:r>
                        <a:rPr lang="en-US"/>
                        <a:t>Meaning</a:t>
                      </a:r>
                    </a:p>
                  </a:txBody>
                  <a:tcPr/>
                </a:tc>
                <a:extLst>
                  <a:ext uri="{0D108BD9-81ED-4DB2-BD59-A6C34878D82A}">
                    <a16:rowId xmlns:a16="http://schemas.microsoft.com/office/drawing/2014/main" val="3413548577"/>
                  </a:ext>
                </a:extLst>
              </a:tr>
              <a:tr h="370840">
                <a:tc>
                  <a:txBody>
                    <a:bodyPr/>
                    <a:lstStyle/>
                    <a:p>
                      <a:r>
                        <a:rPr lang="en-US" b="1"/>
                        <a:t>and</a:t>
                      </a:r>
                    </a:p>
                  </a:txBody>
                  <a:tcPr/>
                </a:tc>
                <a:tc>
                  <a:txBody>
                    <a:bodyPr/>
                    <a:lstStyle/>
                    <a:p>
                      <a:r>
                        <a:rPr lang="en-US"/>
                        <a:t>True if </a:t>
                      </a:r>
                      <a:r>
                        <a:rPr lang="en-US" b="1"/>
                        <a:t>both</a:t>
                      </a:r>
                      <a:r>
                        <a:rPr lang="en-US" b="0"/>
                        <a:t> conditions are true</a:t>
                      </a:r>
                      <a:endParaRPr lang="en-US"/>
                    </a:p>
                  </a:txBody>
                  <a:tcPr/>
                </a:tc>
                <a:extLst>
                  <a:ext uri="{0D108BD9-81ED-4DB2-BD59-A6C34878D82A}">
                    <a16:rowId xmlns:a16="http://schemas.microsoft.com/office/drawing/2014/main" val="269696101"/>
                  </a:ext>
                </a:extLst>
              </a:tr>
              <a:tr h="370840">
                <a:tc>
                  <a:txBody>
                    <a:bodyPr/>
                    <a:lstStyle/>
                    <a:p>
                      <a:r>
                        <a:rPr lang="en-US" b="1"/>
                        <a:t>or</a:t>
                      </a:r>
                    </a:p>
                  </a:txBody>
                  <a:tcPr/>
                </a:tc>
                <a:tc>
                  <a:txBody>
                    <a:bodyPr/>
                    <a:lstStyle/>
                    <a:p>
                      <a:r>
                        <a:rPr lang="en-US"/>
                        <a:t>True if </a:t>
                      </a:r>
                      <a:r>
                        <a:rPr lang="en-US" b="1"/>
                        <a:t>at least one</a:t>
                      </a:r>
                      <a:r>
                        <a:rPr lang="en-US" b="0"/>
                        <a:t> condition is true</a:t>
                      </a:r>
                      <a:endParaRPr lang="en-US"/>
                    </a:p>
                  </a:txBody>
                  <a:tcPr/>
                </a:tc>
                <a:extLst>
                  <a:ext uri="{0D108BD9-81ED-4DB2-BD59-A6C34878D82A}">
                    <a16:rowId xmlns:a16="http://schemas.microsoft.com/office/drawing/2014/main" val="472365967"/>
                  </a:ext>
                </a:extLst>
              </a:tr>
              <a:tr h="370840">
                <a:tc>
                  <a:txBody>
                    <a:bodyPr/>
                    <a:lstStyle/>
                    <a:p>
                      <a:r>
                        <a:rPr lang="en-US" b="1"/>
                        <a:t>not</a:t>
                      </a:r>
                    </a:p>
                  </a:txBody>
                  <a:tcPr/>
                </a:tc>
                <a:tc>
                  <a:txBody>
                    <a:bodyPr/>
                    <a:lstStyle/>
                    <a:p>
                      <a:r>
                        <a:rPr lang="en-US"/>
                        <a:t>True if the condition is </a:t>
                      </a:r>
                      <a:r>
                        <a:rPr lang="en-US" b="1"/>
                        <a:t>not</a:t>
                      </a:r>
                      <a:r>
                        <a:rPr lang="en-US" b="0"/>
                        <a:t> true</a:t>
                      </a:r>
                      <a:endParaRPr lang="en-US"/>
                    </a:p>
                  </a:txBody>
                  <a:tcPr/>
                </a:tc>
                <a:extLst>
                  <a:ext uri="{0D108BD9-81ED-4DB2-BD59-A6C34878D82A}">
                    <a16:rowId xmlns:a16="http://schemas.microsoft.com/office/drawing/2014/main" val="2423585340"/>
                  </a:ext>
                </a:extLst>
              </a:tr>
            </a:tbl>
          </a:graphicData>
        </a:graphic>
      </p:graphicFrame>
      <p:sp>
        <p:nvSpPr>
          <p:cNvPr id="8" name="TextBox 7">
            <a:extLst>
              <a:ext uri="{FF2B5EF4-FFF2-40B4-BE49-F238E27FC236}">
                <a16:creationId xmlns:a16="http://schemas.microsoft.com/office/drawing/2014/main" id="{C98739C6-3305-DEC5-9783-9A73710F7F98}"/>
              </a:ext>
            </a:extLst>
          </p:cNvPr>
          <p:cNvSpPr txBox="1"/>
          <p:nvPr/>
        </p:nvSpPr>
        <p:spPr>
          <a:xfrm>
            <a:off x="396872" y="1691163"/>
            <a:ext cx="8102600" cy="461665"/>
          </a:xfrm>
          <a:prstGeom prst="rect">
            <a:avLst/>
          </a:prstGeom>
          <a:noFill/>
        </p:spPr>
        <p:txBody>
          <a:bodyPr wrap="square" rtlCol="0">
            <a:spAutoFit/>
          </a:bodyPr>
          <a:lstStyle/>
          <a:p>
            <a:r>
              <a:rPr lang="en-US" sz="2400"/>
              <a:t>Use these to combine multiple conditions</a:t>
            </a:r>
          </a:p>
        </p:txBody>
      </p:sp>
    </p:spTree>
    <p:extLst>
      <p:ext uri="{BB962C8B-B14F-4D97-AF65-F5344CB8AC3E}">
        <p14:creationId xmlns:p14="http://schemas.microsoft.com/office/powerpoint/2010/main" val="13042168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91957-7B0D-7BF7-2BA6-E9BDBFC8209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891694-B4D1-42AE-D7CF-18E590E5CB04}"/>
              </a:ext>
            </a:extLst>
          </p:cNvPr>
          <p:cNvSpPr>
            <a:spLocks noGrp="1"/>
          </p:cNvSpPr>
          <p:nvPr>
            <p:ph type="sldNum" sz="quarter" idx="12"/>
          </p:nvPr>
        </p:nvSpPr>
        <p:spPr/>
        <p:txBody>
          <a:bodyPr/>
          <a:lstStyle/>
          <a:p>
            <a:fld id="{DFA4CD3D-26C8-47FF-8D13-9B32BAAB4735}" type="slidenum">
              <a:rPr lang="en-US" smtClean="0"/>
              <a:t>46</a:t>
            </a:fld>
            <a:endParaRPr lang="en-US"/>
          </a:p>
        </p:txBody>
      </p:sp>
      <p:sp>
        <p:nvSpPr>
          <p:cNvPr id="5" name="Content Placeholder 4">
            <a:extLst>
              <a:ext uri="{FF2B5EF4-FFF2-40B4-BE49-F238E27FC236}">
                <a16:creationId xmlns:a16="http://schemas.microsoft.com/office/drawing/2014/main" id="{A5023272-92EF-2D85-83D1-2BEC317C96FA}"/>
              </a:ext>
            </a:extLst>
          </p:cNvPr>
          <p:cNvSpPr>
            <a:spLocks noGrp="1"/>
          </p:cNvSpPr>
          <p:nvPr>
            <p:ph idx="1"/>
          </p:nvPr>
        </p:nvSpPr>
        <p:spPr>
          <a:xfrm>
            <a:off x="396873" y="753621"/>
            <a:ext cx="11398254" cy="486659"/>
          </a:xfrm>
        </p:spPr>
        <p:txBody>
          <a:bodyPr>
            <a:normAutofit/>
          </a:bodyPr>
          <a:lstStyle/>
          <a:p>
            <a:r>
              <a:rPr lang="en-US" b="1">
                <a:solidFill>
                  <a:schemeClr val="tx1"/>
                </a:solidFill>
              </a:rPr>
              <a:t>Example:</a:t>
            </a:r>
          </a:p>
          <a:p>
            <a:endParaRPr lang="en-US" sz="2600">
              <a:solidFill>
                <a:schemeClr val="tx1"/>
              </a:solidFill>
            </a:endParaRPr>
          </a:p>
          <a:p>
            <a:endParaRPr lang="en-US" sz="2600">
              <a:solidFill>
                <a:schemeClr val="tx1"/>
              </a:solidFill>
            </a:endParaRPr>
          </a:p>
        </p:txBody>
      </p:sp>
      <p:sp>
        <p:nvSpPr>
          <p:cNvPr id="4" name="Flowchart: Alternate Process 3">
            <a:extLst>
              <a:ext uri="{FF2B5EF4-FFF2-40B4-BE49-F238E27FC236}">
                <a16:creationId xmlns:a16="http://schemas.microsoft.com/office/drawing/2014/main" id="{F1316280-60B3-830F-37F8-3AC0B5F17600}"/>
              </a:ext>
            </a:extLst>
          </p:cNvPr>
          <p:cNvSpPr/>
          <p:nvPr/>
        </p:nvSpPr>
        <p:spPr>
          <a:xfrm>
            <a:off x="396873" y="1302500"/>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if </a:t>
            </a:r>
            <a:r>
              <a:rPr lang="en-US" err="1">
                <a:solidFill>
                  <a:schemeClr val="tx1"/>
                </a:solidFill>
                <a:latin typeface="Courier New" panose="02070309020205020404" pitchFamily="49" charset="0"/>
                <a:cs typeface="Courier New" panose="02070309020205020404" pitchFamily="49" charset="0"/>
              </a:rPr>
              <a:t>wilbur_species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pig</a:t>
            </a:r>
            <a:r>
              <a:rPr lang="en-US">
                <a:solidFill>
                  <a:schemeClr val="tx1"/>
                </a:solidFill>
                <a:latin typeface="Courier New" panose="02070309020205020404" pitchFamily="49" charset="0"/>
                <a:cs typeface="Courier New" panose="02070309020205020404" pitchFamily="49" charset="0"/>
              </a:rPr>
              <a:t>' and </a:t>
            </a:r>
            <a:r>
              <a:rPr lang="en-US" err="1">
                <a:solidFill>
                  <a:schemeClr val="tx1"/>
                </a:solidFill>
                <a:latin typeface="Courier New" panose="02070309020205020404" pitchFamily="49" charset="0"/>
                <a:cs typeface="Courier New" panose="02070309020205020404" pitchFamily="49" charset="0"/>
              </a:rPr>
              <a:t>wilbur_handsome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handsome</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    print('</a:t>
            </a:r>
            <a:r>
              <a:rPr lang="en-US">
                <a:solidFill>
                  <a:srgbClr val="00B050"/>
                </a:solidFill>
                <a:latin typeface="Courier New" panose="02070309020205020404" pitchFamily="49" charset="0"/>
                <a:cs typeface="Courier New" panose="02070309020205020404" pitchFamily="49" charset="0"/>
              </a:rPr>
              <a:t>Wilbur is a handsome pig!</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22861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A64BE-6BCE-509C-74AB-FF3EBA7386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76A4A5-9FC9-111D-E094-CCC9DA8D2DB0}"/>
              </a:ext>
            </a:extLst>
          </p:cNvPr>
          <p:cNvSpPr>
            <a:spLocks noGrp="1"/>
          </p:cNvSpPr>
          <p:nvPr>
            <p:ph type="sldNum" sz="quarter" idx="12"/>
          </p:nvPr>
        </p:nvSpPr>
        <p:spPr/>
        <p:txBody>
          <a:bodyPr/>
          <a:lstStyle/>
          <a:p>
            <a:fld id="{DFA4CD3D-26C8-47FF-8D13-9B32BAAB4735}" type="slidenum">
              <a:rPr lang="en-US" smtClean="0"/>
              <a:t>47</a:t>
            </a:fld>
            <a:endParaRPr lang="en-US"/>
          </a:p>
        </p:txBody>
      </p:sp>
      <p:sp>
        <p:nvSpPr>
          <p:cNvPr id="3" name="Content Placeholder 4">
            <a:extLst>
              <a:ext uri="{FF2B5EF4-FFF2-40B4-BE49-F238E27FC236}">
                <a16:creationId xmlns:a16="http://schemas.microsoft.com/office/drawing/2014/main" id="{040C4802-C673-E270-4A66-C618CA7E9B55}"/>
              </a:ext>
            </a:extLst>
          </p:cNvPr>
          <p:cNvSpPr txBox="1">
            <a:spLocks/>
          </p:cNvSpPr>
          <p:nvPr/>
        </p:nvSpPr>
        <p:spPr>
          <a:xfrm>
            <a:off x="396873" y="601275"/>
            <a:ext cx="11398254" cy="48665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Is this Wilbur?</a:t>
            </a:r>
          </a:p>
          <a:p>
            <a:endParaRPr lang="en-US" b="1">
              <a:solidFill>
                <a:schemeClr val="tx1"/>
              </a:solidFill>
            </a:endParaRPr>
          </a:p>
          <a:p>
            <a:endParaRPr lang="en-US" sz="2600">
              <a:solidFill>
                <a:schemeClr val="tx1"/>
              </a:solidFill>
            </a:endParaRPr>
          </a:p>
        </p:txBody>
      </p:sp>
      <p:sp>
        <p:nvSpPr>
          <p:cNvPr id="7" name="Flowchart: Alternate Process 6">
            <a:extLst>
              <a:ext uri="{FF2B5EF4-FFF2-40B4-BE49-F238E27FC236}">
                <a16:creationId xmlns:a16="http://schemas.microsoft.com/office/drawing/2014/main" id="{A0884E61-C4A3-85E6-4BCE-258F5F241955}"/>
              </a:ext>
            </a:extLst>
          </p:cNvPr>
          <p:cNvSpPr/>
          <p:nvPr/>
        </p:nvSpPr>
        <p:spPr>
          <a:xfrm>
            <a:off x="4226169" y="1611501"/>
            <a:ext cx="6943669" cy="2287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y='</a:t>
            </a:r>
            <a:r>
              <a:rPr lang="en-US">
                <a:solidFill>
                  <a:srgbClr val="00B050"/>
                </a:solidFill>
                <a:latin typeface="Courier New" panose="02070309020205020404" pitchFamily="49" charset="0"/>
                <a:cs typeface="Courier New" panose="02070309020205020404" pitchFamily="49" charset="0"/>
              </a:rPr>
              <a:t>guinea pig</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b="1">
                <a:solidFill>
                  <a:schemeClr val="tx1"/>
                </a:solidFill>
                <a:latin typeface="Courier New" panose="02070309020205020404" pitchFamily="49" charset="0"/>
                <a:cs typeface="Courier New" panose="02070309020205020404" pitchFamily="49" charset="0"/>
              </a:rPr>
              <a:t>if not </a:t>
            </a:r>
            <a:r>
              <a:rPr lang="en-US">
                <a:solidFill>
                  <a:schemeClr val="tx1"/>
                </a:solidFill>
                <a:latin typeface="Courier New" panose="02070309020205020404" pitchFamily="49" charset="0"/>
                <a:cs typeface="Courier New" panose="02070309020205020404" pitchFamily="49" charset="0"/>
              </a:rPr>
              <a:t>y:</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a:solidFill>
                  <a:srgbClr val="00B050"/>
                </a:solidFill>
                <a:latin typeface="Courier New" panose="02070309020205020404" pitchFamily="49" charset="0"/>
                <a:cs typeface="Courier New" panose="02070309020205020404" pitchFamily="49" charset="0"/>
              </a:rPr>
              <a:t>Wilbur</a:t>
            </a:r>
            <a:r>
              <a:rPr lang="en-US">
                <a:solidFill>
                  <a:schemeClr val="tx1"/>
                </a:solidFill>
                <a:latin typeface="Courier New" panose="02070309020205020404" pitchFamily="49" charset="0"/>
                <a:cs typeface="Courier New" panose="02070309020205020404" pitchFamily="49" charset="0"/>
              </a:rPr>
              <a:t>')</a:t>
            </a:r>
          </a:p>
          <a:p>
            <a:r>
              <a:rPr lang="en-US" b="1">
                <a:solidFill>
                  <a:schemeClr val="tx1"/>
                </a:solidFill>
                <a:latin typeface="Courier New" panose="02070309020205020404" pitchFamily="49" charset="0"/>
                <a:cs typeface="Courier New" panose="02070309020205020404" pitchFamily="49" charset="0"/>
              </a:rPr>
              <a:t>else</a:t>
            </a:r>
            <a:r>
              <a:rPr lang="en-US">
                <a:solidFill>
                  <a:schemeClr val="tx1"/>
                </a:solidFill>
                <a:latin typeface="Courier New" panose="02070309020205020404" pitchFamily="49" charset="0"/>
                <a:cs typeface="Courier New" panose="02070309020205020404" pitchFamily="49" charset="0"/>
              </a:rPr>
              <a:t>:</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print(y)</a:t>
            </a:r>
            <a:endParaRPr lang="en-US" b="1">
              <a:solidFill>
                <a:schemeClr val="tx1"/>
              </a:solidFill>
              <a:latin typeface="Courier New" panose="02070309020205020404" pitchFamily="49" charset="0"/>
              <a:cs typeface="Courier New" panose="02070309020205020404" pitchFamily="49" charset="0"/>
            </a:endParaRPr>
          </a:p>
        </p:txBody>
      </p:sp>
      <p:pic>
        <p:nvPicPr>
          <p:cNvPr id="11" name="Picture 10">
            <a:extLst>
              <a:ext uri="{FF2B5EF4-FFF2-40B4-BE49-F238E27FC236}">
                <a16:creationId xmlns:a16="http://schemas.microsoft.com/office/drawing/2014/main" id="{F7D7210E-E7A5-4273-C336-70F4933BB6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400" y="1358900"/>
            <a:ext cx="2540000" cy="2540000"/>
          </a:xfrm>
          <a:prstGeom prst="rect">
            <a:avLst/>
          </a:prstGeom>
        </p:spPr>
      </p:pic>
    </p:spTree>
    <p:extLst>
      <p:ext uri="{BB962C8B-B14F-4D97-AF65-F5344CB8AC3E}">
        <p14:creationId xmlns:p14="http://schemas.microsoft.com/office/powerpoint/2010/main" val="109078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57EAAD-CD07-FACC-A286-EAC6A9BC545A}"/>
              </a:ext>
            </a:extLst>
          </p:cNvPr>
          <p:cNvSpPr>
            <a:spLocks noGrp="1"/>
          </p:cNvSpPr>
          <p:nvPr>
            <p:ph type="sldNum" sz="quarter" idx="12"/>
          </p:nvPr>
        </p:nvSpPr>
        <p:spPr/>
        <p:txBody>
          <a:bodyPr/>
          <a:lstStyle/>
          <a:p>
            <a:fld id="{DFA4CD3D-26C8-47FF-8D13-9B32BAAB4735}" type="slidenum">
              <a:rPr lang="en-US" smtClean="0"/>
              <a:t>48</a:t>
            </a:fld>
            <a:endParaRPr lang="en-US"/>
          </a:p>
        </p:txBody>
      </p:sp>
      <p:sp>
        <p:nvSpPr>
          <p:cNvPr id="3" name="Title 2">
            <a:extLst>
              <a:ext uri="{FF2B5EF4-FFF2-40B4-BE49-F238E27FC236}">
                <a16:creationId xmlns:a16="http://schemas.microsoft.com/office/drawing/2014/main" id="{4CB565C8-8E58-9D57-FDE5-BC26294DD2B7}"/>
              </a:ext>
            </a:extLst>
          </p:cNvPr>
          <p:cNvSpPr>
            <a:spLocks noGrp="1"/>
          </p:cNvSpPr>
          <p:nvPr>
            <p:ph type="title"/>
          </p:nvPr>
        </p:nvSpPr>
        <p:spPr/>
        <p:txBody>
          <a:bodyPr/>
          <a:lstStyle/>
          <a:p>
            <a:r>
              <a:rPr lang="en-US"/>
              <a:t>Using the in keyword</a:t>
            </a:r>
          </a:p>
        </p:txBody>
      </p:sp>
      <p:sp>
        <p:nvSpPr>
          <p:cNvPr id="5" name="Content Placeholder 4">
            <a:extLst>
              <a:ext uri="{FF2B5EF4-FFF2-40B4-BE49-F238E27FC236}">
                <a16:creationId xmlns:a16="http://schemas.microsoft.com/office/drawing/2014/main" id="{47EB9FE1-3ACA-205C-2954-3C1FACA45018}"/>
              </a:ext>
            </a:extLst>
          </p:cNvPr>
          <p:cNvSpPr>
            <a:spLocks noGrp="1"/>
          </p:cNvSpPr>
          <p:nvPr>
            <p:ph idx="1"/>
          </p:nvPr>
        </p:nvSpPr>
        <p:spPr>
          <a:xfrm>
            <a:off x="396873" y="2074421"/>
            <a:ext cx="11398254" cy="554479"/>
          </a:xfrm>
        </p:spPr>
        <p:txBody>
          <a:bodyPr/>
          <a:lstStyle/>
          <a:p>
            <a:r>
              <a:rPr lang="en-US"/>
              <a:t>The </a:t>
            </a:r>
            <a:r>
              <a:rPr lang="en-US" b="1">
                <a:solidFill>
                  <a:srgbClr val="7030A0"/>
                </a:solidFill>
              </a:rPr>
              <a:t>in </a:t>
            </a:r>
            <a:r>
              <a:rPr lang="en-US">
                <a:solidFill>
                  <a:schemeClr val="tx1"/>
                </a:solidFill>
              </a:rPr>
              <a:t>keyword checks if a substring exists within a string.</a:t>
            </a:r>
          </a:p>
          <a:p>
            <a:endParaRPr lang="en-US"/>
          </a:p>
        </p:txBody>
      </p:sp>
      <p:sp>
        <p:nvSpPr>
          <p:cNvPr id="9" name="Flowchart: Alternate Process 8">
            <a:extLst>
              <a:ext uri="{FF2B5EF4-FFF2-40B4-BE49-F238E27FC236}">
                <a16:creationId xmlns:a16="http://schemas.microsoft.com/office/drawing/2014/main" id="{89ACFE8E-9D9C-69B9-CF4B-7DEFD0E5DAD6}"/>
              </a:ext>
            </a:extLst>
          </p:cNvPr>
          <p:cNvSpPr/>
          <p:nvPr/>
        </p:nvSpPr>
        <p:spPr>
          <a:xfrm>
            <a:off x="396873" y="2965513"/>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Courier New" panose="02070309020205020404" pitchFamily="49" charset="0"/>
                <a:cs typeface="Courier New" panose="02070309020205020404" pitchFamily="49" charset="0"/>
              </a:rPr>
              <a:t>if</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mouse</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not in </a:t>
            </a:r>
            <a:r>
              <a:rPr lang="en-US">
                <a:solidFill>
                  <a:schemeClr val="tx1"/>
                </a:solidFill>
                <a:latin typeface="Courier New" panose="02070309020205020404" pitchFamily="49" charset="0"/>
                <a:cs typeface="Courier New" panose="02070309020205020404" pitchFamily="49" charset="0"/>
              </a:rPr>
              <a:t>y:</a:t>
            </a:r>
          </a:p>
          <a:p>
            <a:r>
              <a:rPr lang="en-US">
                <a:solidFill>
                  <a:schemeClr val="tx1"/>
                </a:solidFill>
                <a:latin typeface="Courier New" panose="02070309020205020404" pitchFamily="49" charset="0"/>
                <a:cs typeface="Courier New" panose="02070309020205020404" pitchFamily="49" charset="0"/>
              </a:rPr>
              <a:t>    print('</a:t>
            </a:r>
            <a:r>
              <a:rPr lang="en-US">
                <a:solidFill>
                  <a:srgbClr val="00B050"/>
                </a:solidFill>
                <a:latin typeface="Courier New" panose="02070309020205020404" pitchFamily="49" charset="0"/>
                <a:cs typeface="Courier New" panose="02070309020205020404" pitchFamily="49" charset="0"/>
              </a:rPr>
              <a:t>Not a guinea pig</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867246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9FF0F5-97EA-D4BB-0EB8-D4BFE02D8A22}"/>
              </a:ext>
            </a:extLst>
          </p:cNvPr>
          <p:cNvSpPr>
            <a:spLocks noGrp="1"/>
          </p:cNvSpPr>
          <p:nvPr>
            <p:ph type="sldNum" sz="quarter" idx="12"/>
          </p:nvPr>
        </p:nvSpPr>
        <p:spPr/>
        <p:txBody>
          <a:bodyPr/>
          <a:lstStyle/>
          <a:p>
            <a:fld id="{DFA4CD3D-26C8-47FF-8D13-9B32BAAB4735}" type="slidenum">
              <a:rPr lang="en-US" smtClean="0"/>
              <a:t>49</a:t>
            </a:fld>
            <a:endParaRPr lang="en-US"/>
          </a:p>
        </p:txBody>
      </p:sp>
      <p:sp>
        <p:nvSpPr>
          <p:cNvPr id="3" name="Title 2">
            <a:extLst>
              <a:ext uri="{FF2B5EF4-FFF2-40B4-BE49-F238E27FC236}">
                <a16:creationId xmlns:a16="http://schemas.microsoft.com/office/drawing/2014/main" id="{30B79E40-74FE-1D9E-5E55-7854B7539912}"/>
              </a:ext>
            </a:extLst>
          </p:cNvPr>
          <p:cNvSpPr>
            <a:spLocks noGrp="1"/>
          </p:cNvSpPr>
          <p:nvPr>
            <p:ph type="title"/>
          </p:nvPr>
        </p:nvSpPr>
        <p:spPr/>
        <p:txBody>
          <a:bodyPr/>
          <a:lstStyle/>
          <a:p>
            <a:r>
              <a:rPr lang="en-US"/>
              <a:t>Lists and loops</a:t>
            </a:r>
          </a:p>
        </p:txBody>
      </p:sp>
      <p:sp>
        <p:nvSpPr>
          <p:cNvPr id="5" name="Content Placeholder 4">
            <a:extLst>
              <a:ext uri="{FF2B5EF4-FFF2-40B4-BE49-F238E27FC236}">
                <a16:creationId xmlns:a16="http://schemas.microsoft.com/office/drawing/2014/main" id="{E90AF8B8-FDCF-DF92-70E5-8AE2485B6225}"/>
              </a:ext>
            </a:extLst>
          </p:cNvPr>
          <p:cNvSpPr>
            <a:spLocks noGrp="1"/>
          </p:cNvSpPr>
          <p:nvPr>
            <p:ph idx="1"/>
          </p:nvPr>
        </p:nvSpPr>
        <p:spPr>
          <a:xfrm>
            <a:off x="396873" y="1737808"/>
            <a:ext cx="11398254" cy="914400"/>
          </a:xfrm>
        </p:spPr>
        <p:txBody>
          <a:bodyPr/>
          <a:lstStyle/>
          <a:p>
            <a:r>
              <a:rPr lang="en-US"/>
              <a:t>A </a:t>
            </a:r>
            <a:r>
              <a:rPr lang="en-US" b="1"/>
              <a:t>list</a:t>
            </a:r>
            <a:r>
              <a:rPr lang="en-US"/>
              <a:t> is an ordered, mutable collection of items in Python. Lists are enclosed in square brackets </a:t>
            </a:r>
            <a:r>
              <a:rPr lang="en-US" b="1">
                <a:solidFill>
                  <a:srgbClr val="7030A0"/>
                </a:solidFill>
              </a:rPr>
              <a:t>[ ]</a:t>
            </a:r>
            <a:r>
              <a:rPr lang="en-US">
                <a:solidFill>
                  <a:schemeClr val="tx1"/>
                </a:solidFill>
              </a:rPr>
              <a:t>, and lists are separated by commas.</a:t>
            </a:r>
            <a:endParaRPr lang="en-US"/>
          </a:p>
        </p:txBody>
      </p:sp>
      <p:sp>
        <p:nvSpPr>
          <p:cNvPr id="7" name="Flowchart: Alternate Process 6">
            <a:extLst>
              <a:ext uri="{FF2B5EF4-FFF2-40B4-BE49-F238E27FC236}">
                <a16:creationId xmlns:a16="http://schemas.microsoft.com/office/drawing/2014/main" id="{C5B2BEB5-FFF9-6138-F208-61E36BEDFB67}"/>
              </a:ext>
            </a:extLst>
          </p:cNvPr>
          <p:cNvSpPr/>
          <p:nvPr/>
        </p:nvSpPr>
        <p:spPr>
          <a:xfrm>
            <a:off x="396873" y="2576662"/>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characters = ['</a:t>
            </a:r>
            <a:r>
              <a:rPr lang="en-US">
                <a:solidFill>
                  <a:srgbClr val="00B050"/>
                </a:solidFill>
                <a:latin typeface="Courier New" panose="02070309020205020404" pitchFamily="49" charset="0"/>
                <a:cs typeface="Courier New" panose="02070309020205020404" pitchFamily="49" charset="0"/>
              </a:rPr>
              <a:t>Han Solo</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Luke Skywalker</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C3P0</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R2D2</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type(characters)</a:t>
            </a:r>
          </a:p>
        </p:txBody>
      </p:sp>
      <p:sp>
        <p:nvSpPr>
          <p:cNvPr id="8" name="Content Placeholder 4">
            <a:extLst>
              <a:ext uri="{FF2B5EF4-FFF2-40B4-BE49-F238E27FC236}">
                <a16:creationId xmlns:a16="http://schemas.microsoft.com/office/drawing/2014/main" id="{881F0915-0DDC-9A3D-A191-845895FF22EB}"/>
              </a:ext>
            </a:extLst>
          </p:cNvPr>
          <p:cNvSpPr txBox="1">
            <a:spLocks/>
          </p:cNvSpPr>
          <p:nvPr/>
        </p:nvSpPr>
        <p:spPr>
          <a:xfrm>
            <a:off x="396873" y="3628757"/>
            <a:ext cx="11398254" cy="4572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Lists can contain any data type, even other lists or dictionaries</a:t>
            </a:r>
          </a:p>
        </p:txBody>
      </p:sp>
      <p:sp>
        <p:nvSpPr>
          <p:cNvPr id="9" name="Flowchart: Alternate Process 8">
            <a:extLst>
              <a:ext uri="{FF2B5EF4-FFF2-40B4-BE49-F238E27FC236}">
                <a16:creationId xmlns:a16="http://schemas.microsoft.com/office/drawing/2014/main" id="{DF90EDAA-7D13-388D-11DE-C68A00EBC85D}"/>
              </a:ext>
            </a:extLst>
          </p:cNvPr>
          <p:cNvSpPr/>
          <p:nvPr/>
        </p:nvSpPr>
        <p:spPr>
          <a:xfrm>
            <a:off x="396873" y="4196160"/>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random_list</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Halloween</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monster</a:t>
            </a:r>
            <a:r>
              <a:rPr lang="en-US">
                <a:solidFill>
                  <a:schemeClr val="tx1"/>
                </a:solidFill>
                <a:latin typeface="Courier New" panose="02070309020205020404" pitchFamily="49" charset="0"/>
                <a:cs typeface="Courier New" panose="02070309020205020404" pitchFamily="49" charset="0"/>
              </a:rPr>
              <a:t>', </a:t>
            </a:r>
            <a:r>
              <a:rPr lang="en-US">
                <a:solidFill>
                  <a:srgbClr val="C00000"/>
                </a:solidFill>
                <a:latin typeface="Courier New" panose="02070309020205020404" pitchFamily="49" charset="0"/>
                <a:cs typeface="Courier New" panose="02070309020205020404" pitchFamily="49" charset="0"/>
              </a:rPr>
              <a:t>2024</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Snickers</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M&amp;Ms</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Mars Bars</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costume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Han Solo</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age</a:t>
            </a:r>
            <a:r>
              <a:rPr lang="en-US">
                <a:solidFill>
                  <a:schemeClr val="tx1"/>
                </a:solidFill>
                <a:latin typeface="Courier New" panose="02070309020205020404" pitchFamily="49" charset="0"/>
                <a:cs typeface="Courier New" panose="02070309020205020404" pitchFamily="49" charset="0"/>
              </a:rPr>
              <a:t>': </a:t>
            </a:r>
            <a:r>
              <a:rPr lang="en-US">
                <a:solidFill>
                  <a:srgbClr val="C00000"/>
                </a:solidFill>
                <a:latin typeface="Courier New" panose="02070309020205020404" pitchFamily="49" charset="0"/>
                <a:cs typeface="Courier New" panose="02070309020205020404" pitchFamily="49" charset="0"/>
              </a:rPr>
              <a:t>7</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689042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5B07F2-97C3-67DA-8126-B8CC3CA01238}"/>
              </a:ext>
            </a:extLst>
          </p:cNvPr>
          <p:cNvSpPr>
            <a:spLocks noGrp="1"/>
          </p:cNvSpPr>
          <p:nvPr>
            <p:ph type="sldNum" sz="quarter" idx="12"/>
          </p:nvPr>
        </p:nvSpPr>
        <p:spPr/>
        <p:txBody>
          <a:bodyPr/>
          <a:lstStyle/>
          <a:p>
            <a:fld id="{DFA4CD3D-26C8-47FF-8D13-9B32BAAB4735}" type="slidenum">
              <a:rPr lang="en-US" smtClean="0"/>
              <a:t>50</a:t>
            </a:fld>
            <a:endParaRPr lang="en-US"/>
          </a:p>
        </p:txBody>
      </p:sp>
      <p:sp>
        <p:nvSpPr>
          <p:cNvPr id="3" name="Title 2">
            <a:extLst>
              <a:ext uri="{FF2B5EF4-FFF2-40B4-BE49-F238E27FC236}">
                <a16:creationId xmlns:a16="http://schemas.microsoft.com/office/drawing/2014/main" id="{64DB2222-BD67-A324-8891-96F25E348B48}"/>
              </a:ext>
            </a:extLst>
          </p:cNvPr>
          <p:cNvSpPr>
            <a:spLocks noGrp="1"/>
          </p:cNvSpPr>
          <p:nvPr>
            <p:ph type="title"/>
          </p:nvPr>
        </p:nvSpPr>
        <p:spPr/>
        <p:txBody>
          <a:bodyPr/>
          <a:lstStyle/>
          <a:p>
            <a:r>
              <a:rPr lang="en-US"/>
              <a:t>Accessing list items</a:t>
            </a:r>
          </a:p>
        </p:txBody>
      </p:sp>
      <p:sp>
        <p:nvSpPr>
          <p:cNvPr id="5" name="Content Placeholder 4">
            <a:extLst>
              <a:ext uri="{FF2B5EF4-FFF2-40B4-BE49-F238E27FC236}">
                <a16:creationId xmlns:a16="http://schemas.microsoft.com/office/drawing/2014/main" id="{35583A80-CAC8-55FF-51CD-31D68250BF60}"/>
              </a:ext>
            </a:extLst>
          </p:cNvPr>
          <p:cNvSpPr>
            <a:spLocks noGrp="1"/>
          </p:cNvSpPr>
          <p:nvPr>
            <p:ph idx="1"/>
          </p:nvPr>
        </p:nvSpPr>
        <p:spPr>
          <a:xfrm>
            <a:off x="396873" y="2074421"/>
            <a:ext cx="11398254" cy="914400"/>
          </a:xfrm>
        </p:spPr>
        <p:txBody>
          <a:bodyPr/>
          <a:lstStyle/>
          <a:p>
            <a:r>
              <a:rPr lang="en-US"/>
              <a:t>Lists use </a:t>
            </a:r>
            <a:r>
              <a:rPr lang="en-US" b="1"/>
              <a:t>zero-based indexing</a:t>
            </a:r>
            <a:r>
              <a:rPr lang="en-US"/>
              <a:t>, just like strings. You can use slicing to extract elements</a:t>
            </a:r>
          </a:p>
          <a:p>
            <a:endParaRPr lang="en-US"/>
          </a:p>
        </p:txBody>
      </p:sp>
      <p:sp>
        <p:nvSpPr>
          <p:cNvPr id="7" name="Flowchart: Alternate Process 6">
            <a:extLst>
              <a:ext uri="{FF2B5EF4-FFF2-40B4-BE49-F238E27FC236}">
                <a16:creationId xmlns:a16="http://schemas.microsoft.com/office/drawing/2014/main" id="{55917ACD-26D8-53A3-EC5B-06B52CA8A821}"/>
              </a:ext>
            </a:extLst>
          </p:cNvPr>
          <p:cNvSpPr/>
          <p:nvPr/>
        </p:nvSpPr>
        <p:spPr>
          <a:xfrm>
            <a:off x="396873" y="2868234"/>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list_name</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start_index:stop_index:step</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896137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FF05B3-BC9B-5C50-F5FC-4C8C3CED01EC}"/>
              </a:ext>
            </a:extLst>
          </p:cNvPr>
          <p:cNvSpPr>
            <a:spLocks noGrp="1"/>
          </p:cNvSpPr>
          <p:nvPr>
            <p:ph type="sldNum" sz="quarter" idx="12"/>
          </p:nvPr>
        </p:nvSpPr>
        <p:spPr/>
        <p:txBody>
          <a:bodyPr/>
          <a:lstStyle/>
          <a:p>
            <a:fld id="{DFA4CD3D-26C8-47FF-8D13-9B32BAAB4735}" type="slidenum">
              <a:rPr lang="en-US" smtClean="0"/>
              <a:t>51</a:t>
            </a:fld>
            <a:endParaRPr lang="en-US"/>
          </a:p>
        </p:txBody>
      </p:sp>
      <p:sp>
        <p:nvSpPr>
          <p:cNvPr id="8" name="Content Placeholder 4">
            <a:extLst>
              <a:ext uri="{FF2B5EF4-FFF2-40B4-BE49-F238E27FC236}">
                <a16:creationId xmlns:a16="http://schemas.microsoft.com/office/drawing/2014/main" id="{A1A2E09D-016C-F743-C6B9-7A51B892D69B}"/>
              </a:ext>
            </a:extLst>
          </p:cNvPr>
          <p:cNvSpPr txBox="1">
            <a:spLocks/>
          </p:cNvSpPr>
          <p:nvPr/>
        </p:nvSpPr>
        <p:spPr>
          <a:xfrm>
            <a:off x="396873" y="901742"/>
            <a:ext cx="11398254" cy="9144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Examples:</a:t>
            </a:r>
          </a:p>
          <a:p>
            <a:r>
              <a:rPr lang="en-US"/>
              <a:t>Extract the first item from the list </a:t>
            </a:r>
            <a:r>
              <a:rPr lang="en-US" b="1"/>
              <a:t>characters:</a:t>
            </a:r>
          </a:p>
        </p:txBody>
      </p:sp>
      <p:sp>
        <p:nvSpPr>
          <p:cNvPr id="9" name="Flowchart: Alternate Process 8">
            <a:extLst>
              <a:ext uri="{FF2B5EF4-FFF2-40B4-BE49-F238E27FC236}">
                <a16:creationId xmlns:a16="http://schemas.microsoft.com/office/drawing/2014/main" id="{1BA8787F-67EE-C0DB-D92E-5503113617DA}"/>
              </a:ext>
            </a:extLst>
          </p:cNvPr>
          <p:cNvSpPr/>
          <p:nvPr/>
        </p:nvSpPr>
        <p:spPr>
          <a:xfrm>
            <a:off x="396873" y="1917742"/>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characters[</a:t>
            </a:r>
            <a:r>
              <a:rPr lang="en-US">
                <a:solidFill>
                  <a:srgbClr val="C00000"/>
                </a:solidFill>
                <a:latin typeface="Courier New" panose="02070309020205020404" pitchFamily="49" charset="0"/>
                <a:cs typeface="Courier New" panose="02070309020205020404" pitchFamily="49" charset="0"/>
              </a:rPr>
              <a:t>0</a:t>
            </a:r>
            <a:r>
              <a:rPr lang="en-US">
                <a:solidFill>
                  <a:schemeClr val="tx1"/>
                </a:solidFill>
                <a:latin typeface="Courier New" panose="02070309020205020404" pitchFamily="49" charset="0"/>
                <a:cs typeface="Courier New" panose="02070309020205020404" pitchFamily="49" charset="0"/>
              </a:rPr>
              <a:t>]</a:t>
            </a:r>
          </a:p>
        </p:txBody>
      </p:sp>
      <p:sp>
        <p:nvSpPr>
          <p:cNvPr id="14" name="Content Placeholder 4">
            <a:extLst>
              <a:ext uri="{FF2B5EF4-FFF2-40B4-BE49-F238E27FC236}">
                <a16:creationId xmlns:a16="http://schemas.microsoft.com/office/drawing/2014/main" id="{9BF1E643-C7F5-0B83-0F3B-309D0EA7278F}"/>
              </a:ext>
            </a:extLst>
          </p:cNvPr>
          <p:cNvSpPr txBox="1">
            <a:spLocks/>
          </p:cNvSpPr>
          <p:nvPr/>
        </p:nvSpPr>
        <p:spPr>
          <a:xfrm>
            <a:off x="396873" y="2771036"/>
            <a:ext cx="11398254" cy="6400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Extract the last 3 items from the list </a:t>
            </a:r>
            <a:r>
              <a:rPr lang="en-US" b="1"/>
              <a:t>characters:</a:t>
            </a:r>
          </a:p>
        </p:txBody>
      </p:sp>
      <p:sp>
        <p:nvSpPr>
          <p:cNvPr id="15" name="Flowchart: Alternate Process 14">
            <a:extLst>
              <a:ext uri="{FF2B5EF4-FFF2-40B4-BE49-F238E27FC236}">
                <a16:creationId xmlns:a16="http://schemas.microsoft.com/office/drawing/2014/main" id="{9AA75182-1CC0-A471-97AC-354809B096FA}"/>
              </a:ext>
            </a:extLst>
          </p:cNvPr>
          <p:cNvSpPr/>
          <p:nvPr/>
        </p:nvSpPr>
        <p:spPr>
          <a:xfrm>
            <a:off x="396873" y="3360389"/>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characters[</a:t>
            </a:r>
            <a:r>
              <a:rPr lang="en-US">
                <a:solidFill>
                  <a:srgbClr val="C00000"/>
                </a:solidFill>
                <a:latin typeface="Courier New" panose="02070309020205020404" pitchFamily="49" charset="0"/>
                <a:cs typeface="Courier New" panose="02070309020205020404" pitchFamily="49" charset="0"/>
              </a:rPr>
              <a:t>-3</a:t>
            </a:r>
            <a:r>
              <a:rPr lang="en-US">
                <a:solidFill>
                  <a:schemeClr val="tx1"/>
                </a:solidFill>
                <a:latin typeface="Courier New" panose="02070309020205020404" pitchFamily="49" charset="0"/>
                <a:cs typeface="Courier New" panose="02070309020205020404" pitchFamily="49" charset="0"/>
              </a:rPr>
              <a:t>]</a:t>
            </a:r>
          </a:p>
        </p:txBody>
      </p:sp>
      <p:sp>
        <p:nvSpPr>
          <p:cNvPr id="16" name="Content Placeholder 4">
            <a:extLst>
              <a:ext uri="{FF2B5EF4-FFF2-40B4-BE49-F238E27FC236}">
                <a16:creationId xmlns:a16="http://schemas.microsoft.com/office/drawing/2014/main" id="{359E0408-D041-ABD9-0D7F-8F5AAD3E31B3}"/>
              </a:ext>
            </a:extLst>
          </p:cNvPr>
          <p:cNvSpPr txBox="1">
            <a:spLocks/>
          </p:cNvSpPr>
          <p:nvPr/>
        </p:nvSpPr>
        <p:spPr>
          <a:xfrm>
            <a:off x="396873" y="4209489"/>
            <a:ext cx="11398254" cy="6400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Extract characters from the string </a:t>
            </a:r>
            <a:r>
              <a:rPr lang="en-US" b="1" err="1"/>
              <a:t>han_solo</a:t>
            </a:r>
            <a:r>
              <a:rPr lang="en-US"/>
              <a:t>:</a:t>
            </a:r>
            <a:endParaRPr lang="en-US" b="1"/>
          </a:p>
        </p:txBody>
      </p:sp>
      <p:sp>
        <p:nvSpPr>
          <p:cNvPr id="17" name="Flowchart: Alternate Process 16">
            <a:extLst>
              <a:ext uri="{FF2B5EF4-FFF2-40B4-BE49-F238E27FC236}">
                <a16:creationId xmlns:a16="http://schemas.microsoft.com/office/drawing/2014/main" id="{C5105549-1D1D-3AF3-44D0-1DDCF443F285}"/>
              </a:ext>
            </a:extLst>
          </p:cNvPr>
          <p:cNvSpPr/>
          <p:nvPr/>
        </p:nvSpPr>
        <p:spPr>
          <a:xfrm>
            <a:off x="396873" y="4721819"/>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han_solo</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Han Solo</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han_only</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han_solo</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0:3</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han_only</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170909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A417A-C781-5982-C4DB-E9259BB60D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32D45C-3D60-3A7B-1749-960BAE2FAE31}"/>
              </a:ext>
            </a:extLst>
          </p:cNvPr>
          <p:cNvSpPr>
            <a:spLocks noGrp="1"/>
          </p:cNvSpPr>
          <p:nvPr>
            <p:ph type="sldNum" sz="quarter" idx="12"/>
          </p:nvPr>
        </p:nvSpPr>
        <p:spPr/>
        <p:txBody>
          <a:bodyPr/>
          <a:lstStyle/>
          <a:p>
            <a:fld id="{DFA4CD3D-26C8-47FF-8D13-9B32BAAB4735}" type="slidenum">
              <a:rPr lang="en-US" smtClean="0"/>
              <a:t>52</a:t>
            </a:fld>
            <a:endParaRPr lang="en-US"/>
          </a:p>
        </p:txBody>
      </p:sp>
      <p:sp>
        <p:nvSpPr>
          <p:cNvPr id="3" name="Title 2">
            <a:extLst>
              <a:ext uri="{FF2B5EF4-FFF2-40B4-BE49-F238E27FC236}">
                <a16:creationId xmlns:a16="http://schemas.microsoft.com/office/drawing/2014/main" id="{C408EFE8-18E1-8F92-0224-CD44DE1A19B7}"/>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5: Extract list items</a:t>
            </a:r>
          </a:p>
        </p:txBody>
      </p:sp>
      <p:pic>
        <p:nvPicPr>
          <p:cNvPr id="8" name="Content Placeholder 7">
            <a:extLst>
              <a:ext uri="{FF2B5EF4-FFF2-40B4-BE49-F238E27FC236}">
                <a16:creationId xmlns:a16="http://schemas.microsoft.com/office/drawing/2014/main" id="{156C2793-54FA-FF0D-631D-BAE5E9C298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4" name="TextBox 3">
            <a:extLst>
              <a:ext uri="{FF2B5EF4-FFF2-40B4-BE49-F238E27FC236}">
                <a16:creationId xmlns:a16="http://schemas.microsoft.com/office/drawing/2014/main" id="{93F9774E-3D35-DDB7-475A-C048EC926E0F}"/>
              </a:ext>
            </a:extLst>
          </p:cNvPr>
          <p:cNvSpPr txBox="1"/>
          <p:nvPr/>
        </p:nvSpPr>
        <p:spPr>
          <a:xfrm>
            <a:off x="327386" y="2082800"/>
            <a:ext cx="11537227" cy="461665"/>
          </a:xfrm>
          <a:prstGeom prst="rect">
            <a:avLst/>
          </a:prstGeom>
          <a:noFill/>
        </p:spPr>
        <p:txBody>
          <a:bodyPr wrap="square" rtlCol="0">
            <a:spAutoFit/>
          </a:bodyPr>
          <a:lstStyle/>
          <a:p>
            <a:r>
              <a:rPr lang="en-US" sz="2400"/>
              <a:t>Is there another method to extract the last 3 items from the list </a:t>
            </a:r>
            <a:r>
              <a:rPr lang="en-US" sz="2400" b="1"/>
              <a:t>characters</a:t>
            </a:r>
            <a:r>
              <a:rPr lang="en-US" sz="2400"/>
              <a:t>?</a:t>
            </a:r>
          </a:p>
        </p:txBody>
      </p:sp>
      <p:sp>
        <p:nvSpPr>
          <p:cNvPr id="9" name="Flowchart: Alternate Process 8">
            <a:extLst>
              <a:ext uri="{FF2B5EF4-FFF2-40B4-BE49-F238E27FC236}">
                <a16:creationId xmlns:a16="http://schemas.microsoft.com/office/drawing/2014/main" id="{FC073D52-F84B-D1DC-E6C7-A4F8B6940C0B}"/>
              </a:ext>
            </a:extLst>
          </p:cNvPr>
          <p:cNvSpPr/>
          <p:nvPr/>
        </p:nvSpPr>
        <p:spPr>
          <a:xfrm>
            <a:off x="396873" y="2576662"/>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characters = ['</a:t>
            </a:r>
            <a:r>
              <a:rPr lang="en-US">
                <a:solidFill>
                  <a:srgbClr val="00B050"/>
                </a:solidFill>
                <a:latin typeface="Courier New" panose="02070309020205020404" pitchFamily="49" charset="0"/>
                <a:cs typeface="Courier New" panose="02070309020205020404" pitchFamily="49" charset="0"/>
              </a:rPr>
              <a:t>Han Solo</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Luke Skywalker</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C3P0</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R2D2</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49357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DC1EF7-2131-DF9D-D566-A8E89761E97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1D793C-6EA0-25D3-D753-EB9EDF94C86D}"/>
              </a:ext>
            </a:extLst>
          </p:cNvPr>
          <p:cNvSpPr>
            <a:spLocks noGrp="1"/>
          </p:cNvSpPr>
          <p:nvPr>
            <p:ph type="sldNum" sz="quarter" idx="12"/>
          </p:nvPr>
        </p:nvSpPr>
        <p:spPr/>
        <p:txBody>
          <a:bodyPr/>
          <a:lstStyle/>
          <a:p>
            <a:fld id="{DFA4CD3D-26C8-47FF-8D13-9B32BAAB4735}" type="slidenum">
              <a:rPr lang="en-US" smtClean="0"/>
              <a:t>53</a:t>
            </a:fld>
            <a:endParaRPr lang="en-US"/>
          </a:p>
        </p:txBody>
      </p:sp>
      <p:sp>
        <p:nvSpPr>
          <p:cNvPr id="3" name="Title 2">
            <a:extLst>
              <a:ext uri="{FF2B5EF4-FFF2-40B4-BE49-F238E27FC236}">
                <a16:creationId xmlns:a16="http://schemas.microsoft.com/office/drawing/2014/main" id="{04D436BE-6EC8-A8FC-BB99-9199B7F85453}"/>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5" name="Picture 4">
            <a:extLst>
              <a:ext uri="{FF2B5EF4-FFF2-40B4-BE49-F238E27FC236}">
                <a16:creationId xmlns:a16="http://schemas.microsoft.com/office/drawing/2014/main" id="{3C91597B-2C09-63BA-DFD6-F459308C8F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4" name="Flowchart: Alternate Process 3">
            <a:extLst>
              <a:ext uri="{FF2B5EF4-FFF2-40B4-BE49-F238E27FC236}">
                <a16:creationId xmlns:a16="http://schemas.microsoft.com/office/drawing/2014/main" id="{475CFEA6-D213-F509-6F7B-460CF8B1BF95}"/>
              </a:ext>
            </a:extLst>
          </p:cNvPr>
          <p:cNvSpPr/>
          <p:nvPr/>
        </p:nvSpPr>
        <p:spPr>
          <a:xfrm>
            <a:off x="327386" y="2081362"/>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characters = ['</a:t>
            </a:r>
            <a:r>
              <a:rPr lang="en-US">
                <a:solidFill>
                  <a:srgbClr val="00B050"/>
                </a:solidFill>
                <a:latin typeface="Courier New" panose="02070309020205020404" pitchFamily="49" charset="0"/>
                <a:cs typeface="Courier New" panose="02070309020205020404" pitchFamily="49" charset="0"/>
              </a:rPr>
              <a:t>Han Solo</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Luke Skywalker</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C3P0</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R2D2</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last_3_characters_alternative = characters[1:]</a:t>
            </a:r>
          </a:p>
          <a:p>
            <a:r>
              <a:rPr lang="en-US">
                <a:solidFill>
                  <a:schemeClr val="tx1"/>
                </a:solidFill>
                <a:latin typeface="Courier New" panose="02070309020205020404" pitchFamily="49" charset="0"/>
                <a:cs typeface="Courier New" panose="02070309020205020404" pitchFamily="49" charset="0"/>
              </a:rPr>
              <a:t>print(last_3_characters_alternative)</a:t>
            </a:r>
          </a:p>
        </p:txBody>
      </p:sp>
    </p:spTree>
    <p:extLst>
      <p:ext uri="{BB962C8B-B14F-4D97-AF65-F5344CB8AC3E}">
        <p14:creationId xmlns:p14="http://schemas.microsoft.com/office/powerpoint/2010/main" val="2662782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C326C-E9EC-9653-5AFA-13483A3CE1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85FFCB-205E-16B5-79F2-C90391BFCF28}"/>
              </a:ext>
            </a:extLst>
          </p:cNvPr>
          <p:cNvSpPr>
            <a:spLocks noGrp="1"/>
          </p:cNvSpPr>
          <p:nvPr>
            <p:ph type="sldNum" sz="quarter" idx="12"/>
          </p:nvPr>
        </p:nvSpPr>
        <p:spPr/>
        <p:txBody>
          <a:bodyPr/>
          <a:lstStyle/>
          <a:p>
            <a:fld id="{DFA4CD3D-26C8-47FF-8D13-9B32BAAB4735}" type="slidenum">
              <a:rPr lang="en-US" smtClean="0"/>
              <a:t>54</a:t>
            </a:fld>
            <a:endParaRPr lang="en-US"/>
          </a:p>
        </p:txBody>
      </p:sp>
      <p:sp>
        <p:nvSpPr>
          <p:cNvPr id="3" name="Title 2">
            <a:extLst>
              <a:ext uri="{FF2B5EF4-FFF2-40B4-BE49-F238E27FC236}">
                <a16:creationId xmlns:a16="http://schemas.microsoft.com/office/drawing/2014/main" id="{BB9831AC-3BAF-77B4-4571-D205E9631301}"/>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6: Step through a list</a:t>
            </a:r>
          </a:p>
        </p:txBody>
      </p:sp>
      <p:pic>
        <p:nvPicPr>
          <p:cNvPr id="8" name="Content Placeholder 7">
            <a:extLst>
              <a:ext uri="{FF2B5EF4-FFF2-40B4-BE49-F238E27FC236}">
                <a16:creationId xmlns:a16="http://schemas.microsoft.com/office/drawing/2014/main" id="{7D2210BB-03A8-7136-74C5-B71F1BF2DF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4" name="TextBox 3">
            <a:extLst>
              <a:ext uri="{FF2B5EF4-FFF2-40B4-BE49-F238E27FC236}">
                <a16:creationId xmlns:a16="http://schemas.microsoft.com/office/drawing/2014/main" id="{F8360885-0E3C-C833-485D-0EE20215B87A}"/>
              </a:ext>
            </a:extLst>
          </p:cNvPr>
          <p:cNvSpPr txBox="1"/>
          <p:nvPr/>
        </p:nvSpPr>
        <p:spPr>
          <a:xfrm>
            <a:off x="327386" y="2082800"/>
            <a:ext cx="11537227" cy="461665"/>
          </a:xfrm>
          <a:prstGeom prst="rect">
            <a:avLst/>
          </a:prstGeom>
          <a:noFill/>
        </p:spPr>
        <p:txBody>
          <a:bodyPr wrap="square" rtlCol="0">
            <a:spAutoFit/>
          </a:bodyPr>
          <a:lstStyle/>
          <a:p>
            <a:r>
              <a:rPr lang="en-US" sz="2400"/>
              <a:t>Extract every second item from the list </a:t>
            </a:r>
            <a:r>
              <a:rPr lang="en-US" sz="2400" b="1"/>
              <a:t>numbers</a:t>
            </a:r>
            <a:r>
              <a:rPr lang="en-US" sz="2400"/>
              <a:t>?</a:t>
            </a:r>
          </a:p>
        </p:txBody>
      </p:sp>
      <p:sp>
        <p:nvSpPr>
          <p:cNvPr id="9" name="Flowchart: Alternate Process 8">
            <a:extLst>
              <a:ext uri="{FF2B5EF4-FFF2-40B4-BE49-F238E27FC236}">
                <a16:creationId xmlns:a16="http://schemas.microsoft.com/office/drawing/2014/main" id="{3DF38397-95DE-C4FD-1F01-40BFEB67768A}"/>
              </a:ext>
            </a:extLst>
          </p:cNvPr>
          <p:cNvSpPr/>
          <p:nvPr/>
        </p:nvSpPr>
        <p:spPr>
          <a:xfrm>
            <a:off x="396873" y="2576662"/>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numbers = [</a:t>
            </a:r>
            <a:r>
              <a:rPr lang="en-US">
                <a:solidFill>
                  <a:srgbClr val="C00000"/>
                </a:solidFill>
                <a:latin typeface="Courier New" panose="02070309020205020404" pitchFamily="49" charset="0"/>
                <a:cs typeface="Courier New" panose="02070309020205020404" pitchFamily="49" charset="0"/>
              </a:rPr>
              <a:t>1</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2</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3</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4</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5</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6</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7</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8</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9</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10</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11</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12</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13</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14</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15</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16</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17</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18</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19</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20</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571239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5C18AF-1515-785D-8158-C4ADE11D124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8F41D9-0D89-D4E1-68C6-BDD5B57E1BD4}"/>
              </a:ext>
            </a:extLst>
          </p:cNvPr>
          <p:cNvSpPr>
            <a:spLocks noGrp="1"/>
          </p:cNvSpPr>
          <p:nvPr>
            <p:ph type="sldNum" sz="quarter" idx="12"/>
          </p:nvPr>
        </p:nvSpPr>
        <p:spPr/>
        <p:txBody>
          <a:bodyPr/>
          <a:lstStyle/>
          <a:p>
            <a:fld id="{DFA4CD3D-26C8-47FF-8D13-9B32BAAB4735}" type="slidenum">
              <a:rPr lang="en-US" smtClean="0"/>
              <a:t>55</a:t>
            </a:fld>
            <a:endParaRPr lang="en-US"/>
          </a:p>
        </p:txBody>
      </p:sp>
      <p:sp>
        <p:nvSpPr>
          <p:cNvPr id="3" name="Title 2">
            <a:extLst>
              <a:ext uri="{FF2B5EF4-FFF2-40B4-BE49-F238E27FC236}">
                <a16:creationId xmlns:a16="http://schemas.microsoft.com/office/drawing/2014/main" id="{D3DAAB86-4C63-509E-A6F8-09296A6887CF}"/>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5" name="Picture 4">
            <a:extLst>
              <a:ext uri="{FF2B5EF4-FFF2-40B4-BE49-F238E27FC236}">
                <a16:creationId xmlns:a16="http://schemas.microsoft.com/office/drawing/2014/main" id="{DB8361D7-1C1C-66DA-B46A-D77B4D69B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4" name="Flowchart: Alternate Process 3">
            <a:extLst>
              <a:ext uri="{FF2B5EF4-FFF2-40B4-BE49-F238E27FC236}">
                <a16:creationId xmlns:a16="http://schemas.microsoft.com/office/drawing/2014/main" id="{D3530909-A00C-2B32-A4C3-EF0F6EEFBCFC}"/>
              </a:ext>
            </a:extLst>
          </p:cNvPr>
          <p:cNvSpPr/>
          <p:nvPr/>
        </p:nvSpPr>
        <p:spPr>
          <a:xfrm>
            <a:off x="327386" y="2081362"/>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numbers = [</a:t>
            </a:r>
            <a:r>
              <a:rPr lang="en-US">
                <a:solidFill>
                  <a:srgbClr val="C00000"/>
                </a:solidFill>
                <a:latin typeface="Courier New" panose="02070309020205020404" pitchFamily="49" charset="0"/>
                <a:cs typeface="Courier New" panose="02070309020205020404" pitchFamily="49" charset="0"/>
              </a:rPr>
              <a:t>1</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2</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3</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4</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5</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6</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7</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8</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9</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10</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11</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12</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13</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14</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15</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16</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17</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18</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19</a:t>
            </a:r>
            <a:r>
              <a:rPr lang="en-US">
                <a:solidFill>
                  <a:schemeClr val="tx1"/>
                </a:solidFill>
                <a:latin typeface="Courier New" panose="02070309020205020404" pitchFamily="49" charset="0"/>
                <a:cs typeface="Courier New" panose="02070309020205020404" pitchFamily="49" charset="0"/>
              </a:rPr>
              <a:t>,</a:t>
            </a:r>
            <a:r>
              <a:rPr lang="en-US">
                <a:solidFill>
                  <a:srgbClr val="C00000"/>
                </a:solidFill>
                <a:latin typeface="Courier New" panose="02070309020205020404" pitchFamily="49" charset="0"/>
                <a:cs typeface="Courier New" panose="02070309020205020404" pitchFamily="49" charset="0"/>
              </a:rPr>
              <a:t>20</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even_numbers</a:t>
            </a:r>
            <a:r>
              <a:rPr lang="en-US">
                <a:solidFill>
                  <a:schemeClr val="tx1"/>
                </a:solidFill>
                <a:latin typeface="Courier New" panose="02070309020205020404" pitchFamily="49" charset="0"/>
                <a:cs typeface="Courier New" panose="02070309020205020404" pitchFamily="49" charset="0"/>
              </a:rPr>
              <a:t> = numbers[1::2]</a:t>
            </a:r>
          </a:p>
        </p:txBody>
      </p:sp>
    </p:spTree>
    <p:extLst>
      <p:ext uri="{BB962C8B-B14F-4D97-AF65-F5344CB8AC3E}">
        <p14:creationId xmlns:p14="http://schemas.microsoft.com/office/powerpoint/2010/main" val="19198649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4215CB-7B2C-CFFE-D796-DF430A67E255}"/>
              </a:ext>
            </a:extLst>
          </p:cNvPr>
          <p:cNvSpPr>
            <a:spLocks noGrp="1"/>
          </p:cNvSpPr>
          <p:nvPr>
            <p:ph type="sldNum" sz="quarter" idx="12"/>
          </p:nvPr>
        </p:nvSpPr>
        <p:spPr/>
        <p:txBody>
          <a:bodyPr/>
          <a:lstStyle/>
          <a:p>
            <a:fld id="{DFA4CD3D-26C8-47FF-8D13-9B32BAAB4735}" type="slidenum">
              <a:rPr lang="en-US" smtClean="0"/>
              <a:t>56</a:t>
            </a:fld>
            <a:endParaRPr lang="en-US"/>
          </a:p>
        </p:txBody>
      </p:sp>
      <p:sp>
        <p:nvSpPr>
          <p:cNvPr id="3" name="Title 2">
            <a:extLst>
              <a:ext uri="{FF2B5EF4-FFF2-40B4-BE49-F238E27FC236}">
                <a16:creationId xmlns:a16="http://schemas.microsoft.com/office/drawing/2014/main" id="{5467B1F2-353C-206E-9A14-8CF27411A397}"/>
              </a:ext>
            </a:extLst>
          </p:cNvPr>
          <p:cNvSpPr>
            <a:spLocks noGrp="1"/>
          </p:cNvSpPr>
          <p:nvPr>
            <p:ph type="title"/>
          </p:nvPr>
        </p:nvSpPr>
        <p:spPr/>
        <p:txBody>
          <a:bodyPr/>
          <a:lstStyle/>
          <a:p>
            <a:r>
              <a:rPr lang="en-US"/>
              <a:t>Common list methods</a:t>
            </a:r>
          </a:p>
        </p:txBody>
      </p:sp>
      <p:graphicFrame>
        <p:nvGraphicFramePr>
          <p:cNvPr id="7" name="Content Placeholder 6">
            <a:extLst>
              <a:ext uri="{FF2B5EF4-FFF2-40B4-BE49-F238E27FC236}">
                <a16:creationId xmlns:a16="http://schemas.microsoft.com/office/drawing/2014/main" id="{CB7406FD-589C-A0C9-ED00-83FAABA234F3}"/>
              </a:ext>
            </a:extLst>
          </p:cNvPr>
          <p:cNvGraphicFramePr>
            <a:graphicFrameLocks noGrp="1"/>
          </p:cNvGraphicFramePr>
          <p:nvPr>
            <p:ph idx="1"/>
            <p:extLst>
              <p:ext uri="{D42A27DB-BD31-4B8C-83A1-F6EECF244321}">
                <p14:modId xmlns:p14="http://schemas.microsoft.com/office/powerpoint/2010/main" val="2543883769"/>
              </p:ext>
            </p:extLst>
          </p:nvPr>
        </p:nvGraphicFramePr>
        <p:xfrm>
          <a:off x="396875" y="2074863"/>
          <a:ext cx="11398250" cy="2225040"/>
        </p:xfrm>
        <a:graphic>
          <a:graphicData uri="http://schemas.openxmlformats.org/drawingml/2006/table">
            <a:tbl>
              <a:tblPr firstRow="1" bandRow="1">
                <a:tableStyleId>{5C22544A-7EE6-4342-B048-85BDC9FD1C3A}</a:tableStyleId>
              </a:tblPr>
              <a:tblGrid>
                <a:gridCol w="5699125">
                  <a:extLst>
                    <a:ext uri="{9D8B030D-6E8A-4147-A177-3AD203B41FA5}">
                      <a16:colId xmlns:a16="http://schemas.microsoft.com/office/drawing/2014/main" val="1525764822"/>
                    </a:ext>
                  </a:extLst>
                </a:gridCol>
                <a:gridCol w="5699125">
                  <a:extLst>
                    <a:ext uri="{9D8B030D-6E8A-4147-A177-3AD203B41FA5}">
                      <a16:colId xmlns:a16="http://schemas.microsoft.com/office/drawing/2014/main" val="4251167744"/>
                    </a:ext>
                  </a:extLst>
                </a:gridCol>
              </a:tblGrid>
              <a:tr h="370840">
                <a:tc>
                  <a:txBody>
                    <a:bodyPr/>
                    <a:lstStyle/>
                    <a:p>
                      <a:r>
                        <a:rPr lang="en-US"/>
                        <a:t>Method</a:t>
                      </a:r>
                    </a:p>
                  </a:txBody>
                  <a:tcPr/>
                </a:tc>
                <a:tc>
                  <a:txBody>
                    <a:bodyPr/>
                    <a:lstStyle/>
                    <a:p>
                      <a:r>
                        <a:rPr lang="en-US"/>
                        <a:t>Description</a:t>
                      </a:r>
                    </a:p>
                  </a:txBody>
                  <a:tcPr/>
                </a:tc>
                <a:extLst>
                  <a:ext uri="{0D108BD9-81ED-4DB2-BD59-A6C34878D82A}">
                    <a16:rowId xmlns:a16="http://schemas.microsoft.com/office/drawing/2014/main" val="944466280"/>
                  </a:ext>
                </a:extLst>
              </a:tr>
              <a:tr h="370840">
                <a:tc>
                  <a:txBody>
                    <a:bodyPr/>
                    <a:lstStyle/>
                    <a:p>
                      <a:r>
                        <a:rPr lang="en-US" err="1">
                          <a:solidFill>
                            <a:srgbClr val="7030A0"/>
                          </a:solidFill>
                        </a:rPr>
                        <a:t>list.append</a:t>
                      </a:r>
                      <a:r>
                        <a:rPr lang="en-US">
                          <a:solidFill>
                            <a:srgbClr val="7030A0"/>
                          </a:solidFill>
                        </a:rPr>
                        <a:t>(</a:t>
                      </a:r>
                      <a:r>
                        <a:rPr lang="en-US" err="1">
                          <a:solidFill>
                            <a:srgbClr val="7030A0"/>
                          </a:solidFill>
                        </a:rPr>
                        <a:t>another_item</a:t>
                      </a:r>
                      <a:r>
                        <a:rPr lang="en-US">
                          <a:solidFill>
                            <a:srgbClr val="7030A0"/>
                          </a:solidFill>
                        </a:rPr>
                        <a:t>)</a:t>
                      </a:r>
                    </a:p>
                  </a:txBody>
                  <a:tcPr/>
                </a:tc>
                <a:tc>
                  <a:txBody>
                    <a:bodyPr/>
                    <a:lstStyle/>
                    <a:p>
                      <a:r>
                        <a:rPr lang="en-US"/>
                        <a:t>Adds an item to end of list</a:t>
                      </a:r>
                    </a:p>
                  </a:txBody>
                  <a:tcPr/>
                </a:tc>
                <a:extLst>
                  <a:ext uri="{0D108BD9-81ED-4DB2-BD59-A6C34878D82A}">
                    <a16:rowId xmlns:a16="http://schemas.microsoft.com/office/drawing/2014/main" val="2441087783"/>
                  </a:ext>
                </a:extLst>
              </a:tr>
              <a:tr h="370840">
                <a:tc>
                  <a:txBody>
                    <a:bodyPr/>
                    <a:lstStyle/>
                    <a:p>
                      <a:r>
                        <a:rPr lang="en-US" err="1">
                          <a:solidFill>
                            <a:srgbClr val="7030A0"/>
                          </a:solidFill>
                        </a:rPr>
                        <a:t>list.extend</a:t>
                      </a:r>
                      <a:r>
                        <a:rPr lang="en-US">
                          <a:solidFill>
                            <a:srgbClr val="7030A0"/>
                          </a:solidFill>
                        </a:rPr>
                        <a:t>(</a:t>
                      </a:r>
                      <a:r>
                        <a:rPr lang="en-US" err="1">
                          <a:solidFill>
                            <a:srgbClr val="7030A0"/>
                          </a:solidFill>
                        </a:rPr>
                        <a:t>another_list</a:t>
                      </a:r>
                      <a:r>
                        <a:rPr lang="en-US">
                          <a:solidFill>
                            <a:srgbClr val="7030A0"/>
                          </a:solidFill>
                        </a:rPr>
                        <a:t>)</a:t>
                      </a:r>
                    </a:p>
                  </a:txBody>
                  <a:tcPr/>
                </a:tc>
                <a:tc>
                  <a:txBody>
                    <a:bodyPr/>
                    <a:lstStyle/>
                    <a:p>
                      <a:r>
                        <a:rPr lang="en-US"/>
                        <a:t>Adds all items from another list</a:t>
                      </a:r>
                    </a:p>
                  </a:txBody>
                  <a:tcPr/>
                </a:tc>
                <a:extLst>
                  <a:ext uri="{0D108BD9-81ED-4DB2-BD59-A6C34878D82A}">
                    <a16:rowId xmlns:a16="http://schemas.microsoft.com/office/drawing/2014/main" val="3798581188"/>
                  </a:ext>
                </a:extLst>
              </a:tr>
              <a:tr h="370840">
                <a:tc>
                  <a:txBody>
                    <a:bodyPr/>
                    <a:lstStyle/>
                    <a:p>
                      <a:r>
                        <a:rPr lang="en-US" err="1">
                          <a:solidFill>
                            <a:srgbClr val="7030A0"/>
                          </a:solidFill>
                        </a:rPr>
                        <a:t>list.remove</a:t>
                      </a:r>
                      <a:r>
                        <a:rPr lang="en-US">
                          <a:solidFill>
                            <a:srgbClr val="7030A0"/>
                          </a:solidFill>
                        </a:rPr>
                        <a:t>(item)</a:t>
                      </a:r>
                    </a:p>
                  </a:txBody>
                  <a:tcPr/>
                </a:tc>
                <a:tc>
                  <a:txBody>
                    <a:bodyPr/>
                    <a:lstStyle/>
                    <a:p>
                      <a:r>
                        <a:rPr lang="en-US"/>
                        <a:t>Removes the first occurrence of the item</a:t>
                      </a:r>
                    </a:p>
                  </a:txBody>
                  <a:tcPr/>
                </a:tc>
                <a:extLst>
                  <a:ext uri="{0D108BD9-81ED-4DB2-BD59-A6C34878D82A}">
                    <a16:rowId xmlns:a16="http://schemas.microsoft.com/office/drawing/2014/main" val="1186220392"/>
                  </a:ext>
                </a:extLst>
              </a:tr>
              <a:tr h="370840">
                <a:tc>
                  <a:txBody>
                    <a:bodyPr/>
                    <a:lstStyle/>
                    <a:p>
                      <a:r>
                        <a:rPr lang="en-US" err="1">
                          <a:solidFill>
                            <a:srgbClr val="7030A0"/>
                          </a:solidFill>
                        </a:rPr>
                        <a:t>list.sort</a:t>
                      </a:r>
                      <a:r>
                        <a:rPr lang="en-US">
                          <a:solidFill>
                            <a:srgbClr val="7030A0"/>
                          </a:solidFill>
                        </a:rPr>
                        <a:t>(revers=False)</a:t>
                      </a:r>
                    </a:p>
                  </a:txBody>
                  <a:tcPr/>
                </a:tc>
                <a:tc>
                  <a:txBody>
                    <a:bodyPr/>
                    <a:lstStyle/>
                    <a:p>
                      <a:r>
                        <a:rPr lang="en-US"/>
                        <a:t>Sorts the list in ascending order</a:t>
                      </a:r>
                    </a:p>
                  </a:txBody>
                  <a:tcPr/>
                </a:tc>
                <a:extLst>
                  <a:ext uri="{0D108BD9-81ED-4DB2-BD59-A6C34878D82A}">
                    <a16:rowId xmlns:a16="http://schemas.microsoft.com/office/drawing/2014/main" val="1770882143"/>
                  </a:ext>
                </a:extLst>
              </a:tr>
              <a:tr h="370840">
                <a:tc>
                  <a:txBody>
                    <a:bodyPr/>
                    <a:lstStyle/>
                    <a:p>
                      <a:r>
                        <a:rPr lang="en-US" err="1">
                          <a:solidFill>
                            <a:srgbClr val="7030A0"/>
                          </a:solidFill>
                        </a:rPr>
                        <a:t>list.reverse</a:t>
                      </a:r>
                      <a:r>
                        <a:rPr lang="en-US">
                          <a:solidFill>
                            <a:srgbClr val="7030A0"/>
                          </a:solidFill>
                        </a:rPr>
                        <a:t>()</a:t>
                      </a:r>
                    </a:p>
                  </a:txBody>
                  <a:tcPr/>
                </a:tc>
                <a:tc>
                  <a:txBody>
                    <a:bodyPr/>
                    <a:lstStyle/>
                    <a:p>
                      <a:r>
                        <a:rPr lang="en-US"/>
                        <a:t>Reverses the order of the list</a:t>
                      </a:r>
                    </a:p>
                  </a:txBody>
                  <a:tcPr/>
                </a:tc>
                <a:extLst>
                  <a:ext uri="{0D108BD9-81ED-4DB2-BD59-A6C34878D82A}">
                    <a16:rowId xmlns:a16="http://schemas.microsoft.com/office/drawing/2014/main" val="3783001866"/>
                  </a:ext>
                </a:extLst>
              </a:tr>
            </a:tbl>
          </a:graphicData>
        </a:graphic>
      </p:graphicFrame>
    </p:spTree>
    <p:extLst>
      <p:ext uri="{BB962C8B-B14F-4D97-AF65-F5344CB8AC3E}">
        <p14:creationId xmlns:p14="http://schemas.microsoft.com/office/powerpoint/2010/main" val="32787271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9D45DD-2B4D-874B-F1B0-E04D3A9E3D08}"/>
              </a:ext>
            </a:extLst>
          </p:cNvPr>
          <p:cNvSpPr>
            <a:spLocks noGrp="1"/>
          </p:cNvSpPr>
          <p:nvPr>
            <p:ph type="sldNum" sz="quarter" idx="12"/>
          </p:nvPr>
        </p:nvSpPr>
        <p:spPr/>
        <p:txBody>
          <a:bodyPr/>
          <a:lstStyle/>
          <a:p>
            <a:fld id="{DFA4CD3D-26C8-47FF-8D13-9B32BAAB4735}" type="slidenum">
              <a:rPr lang="en-US" smtClean="0"/>
              <a:t>57</a:t>
            </a:fld>
            <a:endParaRPr lang="en-US"/>
          </a:p>
        </p:txBody>
      </p:sp>
      <p:sp>
        <p:nvSpPr>
          <p:cNvPr id="5" name="Content Placeholder 4">
            <a:extLst>
              <a:ext uri="{FF2B5EF4-FFF2-40B4-BE49-F238E27FC236}">
                <a16:creationId xmlns:a16="http://schemas.microsoft.com/office/drawing/2014/main" id="{F9532AF9-E3B3-A572-EE7C-316F65630435}"/>
              </a:ext>
            </a:extLst>
          </p:cNvPr>
          <p:cNvSpPr>
            <a:spLocks noGrp="1"/>
          </p:cNvSpPr>
          <p:nvPr>
            <p:ph idx="1"/>
          </p:nvPr>
        </p:nvSpPr>
        <p:spPr>
          <a:xfrm>
            <a:off x="396873" y="563121"/>
            <a:ext cx="11398254" cy="640080"/>
          </a:xfrm>
        </p:spPr>
        <p:txBody>
          <a:bodyPr/>
          <a:lstStyle/>
          <a:p>
            <a:r>
              <a:rPr lang="en-US" b="1"/>
              <a:t>Examples:</a:t>
            </a:r>
          </a:p>
        </p:txBody>
      </p:sp>
      <p:sp>
        <p:nvSpPr>
          <p:cNvPr id="9" name="Flowchart: Alternate Process 8">
            <a:extLst>
              <a:ext uri="{FF2B5EF4-FFF2-40B4-BE49-F238E27FC236}">
                <a16:creationId xmlns:a16="http://schemas.microsoft.com/office/drawing/2014/main" id="{427B036A-042B-E786-F1BE-794DC279E10E}"/>
              </a:ext>
            </a:extLst>
          </p:cNvPr>
          <p:cNvSpPr/>
          <p:nvPr/>
        </p:nvSpPr>
        <p:spPr>
          <a:xfrm>
            <a:off x="396873" y="1203201"/>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characters = ['</a:t>
            </a:r>
            <a:r>
              <a:rPr lang="en-US">
                <a:solidFill>
                  <a:srgbClr val="00B050"/>
                </a:solidFill>
                <a:latin typeface="Courier New" panose="02070309020205020404" pitchFamily="49" charset="0"/>
                <a:cs typeface="Courier New" panose="02070309020205020404" pitchFamily="49" charset="0"/>
              </a:rPr>
              <a:t>Han Solo</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Luke Skywalker</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C3P0</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R2D2</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characters.append</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Rey</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print(characters</a:t>
            </a:r>
          </a:p>
        </p:txBody>
      </p:sp>
      <p:sp>
        <p:nvSpPr>
          <p:cNvPr id="10" name="Flowchart: Alternate Process 9">
            <a:extLst>
              <a:ext uri="{FF2B5EF4-FFF2-40B4-BE49-F238E27FC236}">
                <a16:creationId xmlns:a16="http://schemas.microsoft.com/office/drawing/2014/main" id="{1011D990-D633-279A-A477-4ED143EA7591}"/>
              </a:ext>
            </a:extLst>
          </p:cNvPr>
          <p:cNvSpPr/>
          <p:nvPr/>
        </p:nvSpPr>
        <p:spPr>
          <a:xfrm>
            <a:off x="396873" y="2514600"/>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characters.remove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Rey</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print(characters)</a:t>
            </a:r>
          </a:p>
        </p:txBody>
      </p:sp>
      <p:sp>
        <p:nvSpPr>
          <p:cNvPr id="11" name="Flowchart: Alternate Process 10">
            <a:extLst>
              <a:ext uri="{FF2B5EF4-FFF2-40B4-BE49-F238E27FC236}">
                <a16:creationId xmlns:a16="http://schemas.microsoft.com/office/drawing/2014/main" id="{B27202BE-0AF9-A765-7945-5864F97D5783}"/>
              </a:ext>
            </a:extLst>
          </p:cNvPr>
          <p:cNvSpPr/>
          <p:nvPr/>
        </p:nvSpPr>
        <p:spPr>
          <a:xfrm>
            <a:off x="396873" y="3613412"/>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characters_new</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Rey</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BB-8</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characters.extend</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characters_new</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print(characters)</a:t>
            </a:r>
          </a:p>
        </p:txBody>
      </p:sp>
      <p:sp>
        <p:nvSpPr>
          <p:cNvPr id="12" name="Flowchart: Alternate Process 11">
            <a:extLst>
              <a:ext uri="{FF2B5EF4-FFF2-40B4-BE49-F238E27FC236}">
                <a16:creationId xmlns:a16="http://schemas.microsoft.com/office/drawing/2014/main" id="{5A8E9C7A-26FF-C87F-798F-9817762C7617}"/>
              </a:ext>
            </a:extLst>
          </p:cNvPr>
          <p:cNvSpPr/>
          <p:nvPr/>
        </p:nvSpPr>
        <p:spPr>
          <a:xfrm>
            <a:off x="396873" y="4712224"/>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characters.sort</a:t>
            </a:r>
            <a:r>
              <a:rPr lang="en-US">
                <a:solidFill>
                  <a:schemeClr val="tx1"/>
                </a:solidFill>
                <a:latin typeface="Courier New" panose="02070309020205020404" pitchFamily="49" charset="0"/>
                <a:cs typeface="Courier New" panose="02070309020205020404" pitchFamily="49" charset="0"/>
              </a:rPr>
              <a:t>(reverse=True)</a:t>
            </a:r>
          </a:p>
          <a:p>
            <a:r>
              <a:rPr lang="en-US">
                <a:solidFill>
                  <a:schemeClr val="tx1"/>
                </a:solidFill>
                <a:latin typeface="Courier New" panose="02070309020205020404" pitchFamily="49" charset="0"/>
                <a:cs typeface="Courier New" panose="02070309020205020404" pitchFamily="49" charset="0"/>
              </a:rPr>
              <a:t>print(characters)</a:t>
            </a:r>
          </a:p>
        </p:txBody>
      </p:sp>
    </p:spTree>
    <p:extLst>
      <p:ext uri="{BB962C8B-B14F-4D97-AF65-F5344CB8AC3E}">
        <p14:creationId xmlns:p14="http://schemas.microsoft.com/office/powerpoint/2010/main" val="38542911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A7A142-1F9A-9702-E0EB-A3FC6578EF4B}"/>
              </a:ext>
            </a:extLst>
          </p:cNvPr>
          <p:cNvSpPr>
            <a:spLocks noGrp="1"/>
          </p:cNvSpPr>
          <p:nvPr>
            <p:ph type="sldNum" sz="quarter" idx="12"/>
          </p:nvPr>
        </p:nvSpPr>
        <p:spPr/>
        <p:txBody>
          <a:bodyPr/>
          <a:lstStyle/>
          <a:p>
            <a:fld id="{DFA4CD3D-26C8-47FF-8D13-9B32BAAB4735}" type="slidenum">
              <a:rPr lang="en-US" smtClean="0"/>
              <a:t>58</a:t>
            </a:fld>
            <a:endParaRPr lang="en-US"/>
          </a:p>
        </p:txBody>
      </p:sp>
      <p:sp>
        <p:nvSpPr>
          <p:cNvPr id="3" name="Title 2">
            <a:extLst>
              <a:ext uri="{FF2B5EF4-FFF2-40B4-BE49-F238E27FC236}">
                <a16:creationId xmlns:a16="http://schemas.microsoft.com/office/drawing/2014/main" id="{BE098E5B-0267-71BA-1746-66352AE55897}"/>
              </a:ext>
            </a:extLst>
          </p:cNvPr>
          <p:cNvSpPr>
            <a:spLocks noGrp="1"/>
          </p:cNvSpPr>
          <p:nvPr>
            <p:ph type="title"/>
          </p:nvPr>
        </p:nvSpPr>
        <p:spPr/>
        <p:txBody>
          <a:bodyPr/>
          <a:lstStyle/>
          <a:p>
            <a:r>
              <a:rPr lang="en-US"/>
              <a:t>Using loops with lists</a:t>
            </a:r>
          </a:p>
        </p:txBody>
      </p:sp>
      <p:sp>
        <p:nvSpPr>
          <p:cNvPr id="5" name="Content Placeholder 4">
            <a:extLst>
              <a:ext uri="{FF2B5EF4-FFF2-40B4-BE49-F238E27FC236}">
                <a16:creationId xmlns:a16="http://schemas.microsoft.com/office/drawing/2014/main" id="{17EE1A52-9F52-68CA-6381-6D3C4AFAE58F}"/>
              </a:ext>
            </a:extLst>
          </p:cNvPr>
          <p:cNvSpPr>
            <a:spLocks noGrp="1"/>
          </p:cNvSpPr>
          <p:nvPr>
            <p:ph idx="1"/>
          </p:nvPr>
        </p:nvSpPr>
        <p:spPr>
          <a:xfrm>
            <a:off x="396873" y="2074421"/>
            <a:ext cx="11398254" cy="2402329"/>
          </a:xfrm>
        </p:spPr>
        <p:txBody>
          <a:bodyPr/>
          <a:lstStyle/>
          <a:p>
            <a:r>
              <a:rPr lang="en-US"/>
              <a:t>When working with lists, it's a good practice to use </a:t>
            </a:r>
            <a:r>
              <a:rPr lang="en-US" b="1"/>
              <a:t>plural names</a:t>
            </a:r>
            <a:r>
              <a:rPr lang="en-US"/>
              <a:t> for your list variables. This makes your code easier to read and understand, especially when you're iterating through each element.</a:t>
            </a:r>
          </a:p>
          <a:p>
            <a:r>
              <a:rPr lang="en-US"/>
              <a:t>Python's </a:t>
            </a:r>
            <a:r>
              <a:rPr lang="en-US" b="1">
                <a:solidFill>
                  <a:srgbClr val="7030A0"/>
                </a:solidFill>
              </a:rPr>
              <a:t>for</a:t>
            </a:r>
            <a:r>
              <a:rPr lang="en-US"/>
              <a:t> loop allows you to iterate over items in a </a:t>
            </a:r>
            <a:r>
              <a:rPr lang="en-US" b="1"/>
              <a:t>sequence</a:t>
            </a:r>
            <a:r>
              <a:rPr lang="en-US"/>
              <a:t>, as a list, tuple, dictionary, or string, and execute a block of code for each item.</a:t>
            </a:r>
          </a:p>
          <a:p>
            <a:r>
              <a:rPr lang="en-US" b="1"/>
              <a:t>Basic syntax</a:t>
            </a:r>
          </a:p>
        </p:txBody>
      </p:sp>
      <p:sp>
        <p:nvSpPr>
          <p:cNvPr id="7" name="Flowchart: Alternate Process 6">
            <a:extLst>
              <a:ext uri="{FF2B5EF4-FFF2-40B4-BE49-F238E27FC236}">
                <a16:creationId xmlns:a16="http://schemas.microsoft.com/office/drawing/2014/main" id="{6289A392-86DC-6824-10A2-5B73139CA974}"/>
              </a:ext>
            </a:extLst>
          </p:cNvPr>
          <p:cNvSpPr/>
          <p:nvPr/>
        </p:nvSpPr>
        <p:spPr>
          <a:xfrm>
            <a:off x="396873" y="4476750"/>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item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sequence:</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#Code to execute for each item</a:t>
            </a:r>
            <a:endParaRPr lang="en-US" b="1">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15193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57A110-7D00-68C3-CA2A-A6CE541B626F}"/>
              </a:ext>
            </a:extLst>
          </p:cNvPr>
          <p:cNvSpPr>
            <a:spLocks noGrp="1"/>
          </p:cNvSpPr>
          <p:nvPr>
            <p:ph type="sldNum" sz="quarter" idx="12"/>
          </p:nvPr>
        </p:nvSpPr>
        <p:spPr/>
        <p:txBody>
          <a:bodyPr/>
          <a:lstStyle/>
          <a:p>
            <a:fld id="{DFA4CD3D-26C8-47FF-8D13-9B32BAAB4735}" type="slidenum">
              <a:rPr lang="en-US" smtClean="0"/>
              <a:t>59</a:t>
            </a:fld>
            <a:endParaRPr lang="en-US"/>
          </a:p>
        </p:txBody>
      </p:sp>
      <p:sp>
        <p:nvSpPr>
          <p:cNvPr id="5" name="Content Placeholder 4">
            <a:extLst>
              <a:ext uri="{FF2B5EF4-FFF2-40B4-BE49-F238E27FC236}">
                <a16:creationId xmlns:a16="http://schemas.microsoft.com/office/drawing/2014/main" id="{7B96B5C4-4284-313E-1471-3AD906C01854}"/>
              </a:ext>
            </a:extLst>
          </p:cNvPr>
          <p:cNvSpPr>
            <a:spLocks noGrp="1"/>
          </p:cNvSpPr>
          <p:nvPr>
            <p:ph idx="1"/>
          </p:nvPr>
        </p:nvSpPr>
        <p:spPr>
          <a:xfrm>
            <a:off x="396873" y="550421"/>
            <a:ext cx="11398254" cy="914400"/>
          </a:xfrm>
        </p:spPr>
        <p:txBody>
          <a:bodyPr/>
          <a:lstStyle/>
          <a:p>
            <a:r>
              <a:rPr lang="en-US" b="1"/>
              <a:t>Examples:</a:t>
            </a:r>
          </a:p>
          <a:p>
            <a:r>
              <a:rPr lang="en-US"/>
              <a:t>Loop through the characters list.</a:t>
            </a:r>
          </a:p>
        </p:txBody>
      </p:sp>
      <p:sp>
        <p:nvSpPr>
          <p:cNvPr id="7" name="Flowchart: Alternate Process 6">
            <a:extLst>
              <a:ext uri="{FF2B5EF4-FFF2-40B4-BE49-F238E27FC236}">
                <a16:creationId xmlns:a16="http://schemas.microsoft.com/office/drawing/2014/main" id="{19F90276-9B4B-441E-CE9D-DFD02EF35C6E}"/>
              </a:ext>
            </a:extLst>
          </p:cNvPr>
          <p:cNvSpPr/>
          <p:nvPr/>
        </p:nvSpPr>
        <p:spPr>
          <a:xfrm>
            <a:off x="396873" y="1464821"/>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character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characters:</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print(character)</a:t>
            </a:r>
          </a:p>
        </p:txBody>
      </p:sp>
      <p:sp>
        <p:nvSpPr>
          <p:cNvPr id="8" name="Content Placeholder 4">
            <a:extLst>
              <a:ext uri="{FF2B5EF4-FFF2-40B4-BE49-F238E27FC236}">
                <a16:creationId xmlns:a16="http://schemas.microsoft.com/office/drawing/2014/main" id="{BD2031B8-3ACE-8B8F-A61C-B4568D6F8475}"/>
              </a:ext>
            </a:extLst>
          </p:cNvPr>
          <p:cNvSpPr txBox="1">
            <a:spLocks/>
          </p:cNvSpPr>
          <p:nvPr/>
        </p:nvSpPr>
        <p:spPr>
          <a:xfrm>
            <a:off x="396873" y="2513211"/>
            <a:ext cx="11398254" cy="6400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Use slicing to print names of the last 3 characters.</a:t>
            </a:r>
          </a:p>
        </p:txBody>
      </p:sp>
      <p:sp>
        <p:nvSpPr>
          <p:cNvPr id="9" name="Flowchart: Alternate Process 8">
            <a:extLst>
              <a:ext uri="{FF2B5EF4-FFF2-40B4-BE49-F238E27FC236}">
                <a16:creationId xmlns:a16="http://schemas.microsoft.com/office/drawing/2014/main" id="{4317C725-87A6-053F-C114-18D0153687A0}"/>
              </a:ext>
            </a:extLst>
          </p:cNvPr>
          <p:cNvSpPr/>
          <p:nvPr/>
        </p:nvSpPr>
        <p:spPr>
          <a:xfrm>
            <a:off x="396873" y="2970411"/>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character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characters[</a:t>
            </a:r>
            <a:r>
              <a:rPr lang="en-US">
                <a:solidFill>
                  <a:srgbClr val="BA0C2F"/>
                </a:solidFill>
                <a:latin typeface="Courier New" panose="02070309020205020404" pitchFamily="49" charset="0"/>
                <a:cs typeface="Courier New" panose="02070309020205020404" pitchFamily="49" charset="0"/>
              </a:rPr>
              <a:t>-3</a:t>
            </a:r>
            <a:r>
              <a:rPr lang="en-US">
                <a:solidFill>
                  <a:schemeClr val="tx1"/>
                </a:solidFill>
                <a:latin typeface="Courier New" panose="02070309020205020404" pitchFamily="49" charset="0"/>
                <a:cs typeface="Courier New" panose="02070309020205020404" pitchFamily="49" charset="0"/>
              </a:rPr>
              <a:t>:]:</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print(character)</a:t>
            </a:r>
          </a:p>
        </p:txBody>
      </p:sp>
    </p:spTree>
    <p:extLst>
      <p:ext uri="{BB962C8B-B14F-4D97-AF65-F5344CB8AC3E}">
        <p14:creationId xmlns:p14="http://schemas.microsoft.com/office/powerpoint/2010/main" val="6203603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7BC19-A1C4-1CF7-775E-66ECD8FFD61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68D141-6336-BCC1-C56F-08DE9EC61F62}"/>
              </a:ext>
            </a:extLst>
          </p:cNvPr>
          <p:cNvSpPr>
            <a:spLocks noGrp="1"/>
          </p:cNvSpPr>
          <p:nvPr>
            <p:ph type="sldNum" sz="quarter" idx="12"/>
          </p:nvPr>
        </p:nvSpPr>
        <p:spPr/>
        <p:txBody>
          <a:bodyPr/>
          <a:lstStyle/>
          <a:p>
            <a:fld id="{DFA4CD3D-26C8-47FF-8D13-9B32BAAB4735}" type="slidenum">
              <a:rPr lang="en-US" smtClean="0"/>
              <a:t>60</a:t>
            </a:fld>
            <a:endParaRPr lang="en-US"/>
          </a:p>
        </p:txBody>
      </p:sp>
      <p:sp>
        <p:nvSpPr>
          <p:cNvPr id="5" name="Content Placeholder 4">
            <a:extLst>
              <a:ext uri="{FF2B5EF4-FFF2-40B4-BE49-F238E27FC236}">
                <a16:creationId xmlns:a16="http://schemas.microsoft.com/office/drawing/2014/main" id="{F9F478E1-0809-0E97-3D22-A2C5087E0E21}"/>
              </a:ext>
            </a:extLst>
          </p:cNvPr>
          <p:cNvSpPr>
            <a:spLocks noGrp="1"/>
          </p:cNvSpPr>
          <p:nvPr>
            <p:ph idx="1"/>
          </p:nvPr>
        </p:nvSpPr>
        <p:spPr>
          <a:xfrm>
            <a:off x="396873" y="550421"/>
            <a:ext cx="11398254" cy="640080"/>
          </a:xfrm>
        </p:spPr>
        <p:txBody>
          <a:bodyPr/>
          <a:lstStyle/>
          <a:p>
            <a:r>
              <a:rPr lang="en-US"/>
              <a:t>Use conditional statements to add a comment for each character.</a:t>
            </a:r>
          </a:p>
        </p:txBody>
      </p:sp>
      <p:sp>
        <p:nvSpPr>
          <p:cNvPr id="7" name="Flowchart: Alternate Process 6">
            <a:extLst>
              <a:ext uri="{FF2B5EF4-FFF2-40B4-BE49-F238E27FC236}">
                <a16:creationId xmlns:a16="http://schemas.microsoft.com/office/drawing/2014/main" id="{F7EF002F-3760-8AAC-6F68-137F823B4B17}"/>
              </a:ext>
            </a:extLst>
          </p:cNvPr>
          <p:cNvSpPr/>
          <p:nvPr/>
        </p:nvSpPr>
        <p:spPr>
          <a:xfrm>
            <a:off x="396873" y="1024701"/>
            <a:ext cx="11053482" cy="27432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character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characters:</a:t>
            </a:r>
          </a:p>
          <a:p>
            <a:r>
              <a:rPr lang="en-US" b="1">
                <a:solidFill>
                  <a:schemeClr val="tx1"/>
                </a:solidFill>
                <a:latin typeface="Courier New" panose="02070309020205020404" pitchFamily="49" charset="0"/>
                <a:cs typeface="Courier New" panose="02070309020205020404" pitchFamily="49" charset="0"/>
              </a:rPr>
              <a:t>    if</a:t>
            </a:r>
            <a:r>
              <a:rPr lang="en-US">
                <a:solidFill>
                  <a:schemeClr val="tx1"/>
                </a:solidFill>
                <a:latin typeface="Courier New" panose="02070309020205020404" pitchFamily="49" charset="0"/>
                <a:cs typeface="Courier New" panose="02070309020205020404" pitchFamily="49" charset="0"/>
              </a:rPr>
              <a:t> character == '</a:t>
            </a:r>
            <a:r>
              <a:rPr lang="en-US">
                <a:solidFill>
                  <a:srgbClr val="00B050"/>
                </a:solidFill>
                <a:latin typeface="Courier New" panose="02070309020205020404" pitchFamily="49" charset="0"/>
                <a:cs typeface="Courier New" panose="02070309020205020404" pitchFamily="49" charset="0"/>
              </a:rPr>
              <a:t>BB-8</a:t>
            </a:r>
            <a:r>
              <a:rPr lang="en-US">
                <a:solidFill>
                  <a:schemeClr val="tx1"/>
                </a:solidFill>
                <a:latin typeface="Courier New" panose="02070309020205020404" pitchFamily="49" charset="0"/>
                <a:cs typeface="Courier New" panose="02070309020205020404" pitchFamily="49" charset="0"/>
              </a:rPr>
              <a:t>' or character == '</a:t>
            </a:r>
            <a:r>
              <a:rPr lang="en-US">
                <a:solidFill>
                  <a:srgbClr val="00B050"/>
                </a:solidFill>
                <a:latin typeface="Courier New" panose="02070309020205020404" pitchFamily="49" charset="0"/>
                <a:cs typeface="Courier New" panose="02070309020205020404" pitchFamily="49" charset="0"/>
              </a:rPr>
              <a:t>R2D2</a:t>
            </a:r>
            <a:r>
              <a:rPr lang="en-US">
                <a:solidFill>
                  <a:schemeClr val="tx1"/>
                </a:solidFill>
                <a:latin typeface="Courier New" panose="02070309020205020404" pitchFamily="49" charset="0"/>
                <a:cs typeface="Courier New" panose="02070309020205020404" pitchFamily="49" charset="0"/>
              </a:rPr>
              <a:t>' or character == '</a:t>
            </a:r>
            <a:r>
              <a:rPr lang="en-US">
                <a:solidFill>
                  <a:srgbClr val="00B050"/>
                </a:solidFill>
                <a:latin typeface="Courier New" panose="02070309020205020404" pitchFamily="49" charset="0"/>
                <a:cs typeface="Courier New" panose="02070309020205020404" pitchFamily="49" charset="0"/>
              </a:rPr>
              <a:t>C3P0</a:t>
            </a:r>
            <a:r>
              <a:rPr lang="en-US">
                <a:solidFill>
                  <a:schemeClr val="tx1"/>
                </a:solidFill>
                <a:latin typeface="Courier New" panose="02070309020205020404" pitchFamily="49" charset="0"/>
                <a:cs typeface="Courier New" panose="02070309020205020404" pitchFamily="49" charset="0"/>
              </a:rPr>
              <a:t>':</a:t>
            </a:r>
          </a:p>
          <a:p>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print(f"{character} </a:t>
            </a:r>
            <a:r>
              <a:rPr lang="en-US">
                <a:solidFill>
                  <a:srgbClr val="00B050"/>
                </a:solidFill>
                <a:latin typeface="Courier New" panose="02070309020205020404" pitchFamily="49" charset="0"/>
                <a:cs typeface="Courier New" panose="02070309020205020404" pitchFamily="49" charset="0"/>
              </a:rPr>
              <a:t>is a robot</a:t>
            </a:r>
            <a:r>
              <a:rPr lang="en-US">
                <a:solidFill>
                  <a:schemeClr val="tx1"/>
                </a:solidFill>
                <a:latin typeface="Courier New" panose="02070309020205020404" pitchFamily="49" charset="0"/>
                <a:cs typeface="Courier New" panose="02070309020205020404" pitchFamily="49" charset="0"/>
              </a:rPr>
              <a:t>")</a:t>
            </a:r>
            <a:endParaRPr lang="en-US" b="1">
              <a:solidFill>
                <a:schemeClr val="tx1"/>
              </a:solidFill>
              <a:latin typeface="Courier New" panose="02070309020205020404" pitchFamily="49" charset="0"/>
              <a:cs typeface="Courier New" panose="02070309020205020404" pitchFamily="49" charset="0"/>
            </a:endParaRPr>
          </a:p>
          <a:p>
            <a:r>
              <a:rPr lang="en-US" b="1">
                <a:solidFill>
                  <a:schemeClr val="tx1"/>
                </a:solidFill>
                <a:latin typeface="Courier New" panose="02070309020205020404" pitchFamily="49" charset="0"/>
                <a:cs typeface="Courier New" panose="02070309020205020404" pitchFamily="49" charset="0"/>
              </a:rPr>
              <a:t>    </a:t>
            </a:r>
            <a:r>
              <a:rPr lang="en-US" b="1" err="1">
                <a:solidFill>
                  <a:schemeClr val="tx1"/>
                </a:solidFill>
                <a:latin typeface="Courier New" panose="02070309020205020404" pitchFamily="49" charset="0"/>
                <a:cs typeface="Courier New" panose="02070309020205020404" pitchFamily="49" charset="0"/>
              </a:rPr>
              <a:t>elif</a:t>
            </a:r>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character == '</a:t>
            </a:r>
            <a:r>
              <a:rPr lang="en-US">
                <a:solidFill>
                  <a:srgbClr val="00B050"/>
                </a:solidFill>
                <a:latin typeface="Courier New" panose="02070309020205020404" pitchFamily="49" charset="0"/>
                <a:cs typeface="Courier New" panose="02070309020205020404" pitchFamily="49" charset="0"/>
              </a:rPr>
              <a:t>Luke Skywalker</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	print('</a:t>
            </a:r>
            <a:r>
              <a:rPr lang="en-US">
                <a:solidFill>
                  <a:srgbClr val="00B050"/>
                </a:solidFill>
                <a:latin typeface="Courier New" panose="02070309020205020404" pitchFamily="49" charset="0"/>
                <a:cs typeface="Courier New" panose="02070309020205020404" pitchFamily="49" charset="0"/>
              </a:rPr>
              <a:t>Luke is Leia\'s brother</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    </a:t>
            </a:r>
            <a:r>
              <a:rPr lang="en-US" b="1" err="1">
                <a:solidFill>
                  <a:schemeClr val="tx1"/>
                </a:solidFill>
                <a:latin typeface="Courier New" panose="02070309020205020404" pitchFamily="49" charset="0"/>
                <a:cs typeface="Courier New" panose="02070309020205020404" pitchFamily="49" charset="0"/>
              </a:rPr>
              <a:t>elif</a:t>
            </a:r>
            <a:r>
              <a:rPr lang="en-US">
                <a:solidFill>
                  <a:schemeClr val="tx1"/>
                </a:solidFill>
                <a:latin typeface="Courier New" panose="02070309020205020404" pitchFamily="49" charset="0"/>
                <a:cs typeface="Courier New" panose="02070309020205020404" pitchFamily="49" charset="0"/>
              </a:rPr>
              <a:t> character == '</a:t>
            </a:r>
            <a:r>
              <a:rPr lang="en-US">
                <a:solidFill>
                  <a:srgbClr val="00B050"/>
                </a:solidFill>
                <a:latin typeface="Courier New" panose="02070309020205020404" pitchFamily="49" charset="0"/>
                <a:cs typeface="Courier New" panose="02070309020205020404" pitchFamily="49" charset="0"/>
              </a:rPr>
              <a:t>Han Solo</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	print('</a:t>
            </a:r>
            <a:r>
              <a:rPr lang="en-US">
                <a:solidFill>
                  <a:srgbClr val="00B050"/>
                </a:solidFill>
                <a:latin typeface="Courier New" panose="02070309020205020404" pitchFamily="49" charset="0"/>
                <a:cs typeface="Courier New" panose="02070309020205020404" pitchFamily="49" charset="0"/>
              </a:rPr>
              <a:t>Chewbacca is Han Solo\'s friend</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    </a:t>
            </a:r>
            <a:r>
              <a:rPr lang="en-US" b="1" err="1">
                <a:solidFill>
                  <a:schemeClr val="tx1"/>
                </a:solidFill>
                <a:latin typeface="Courier New" panose="02070309020205020404" pitchFamily="49" charset="0"/>
                <a:cs typeface="Courier New" panose="02070309020205020404" pitchFamily="49" charset="0"/>
              </a:rPr>
              <a:t>elif</a:t>
            </a:r>
            <a:r>
              <a:rPr lang="en-US">
                <a:solidFill>
                  <a:schemeClr val="tx1"/>
                </a:solidFill>
                <a:latin typeface="Courier New" panose="02070309020205020404" pitchFamily="49" charset="0"/>
                <a:cs typeface="Courier New" panose="02070309020205020404" pitchFamily="49" charset="0"/>
              </a:rPr>
              <a:t> character == '</a:t>
            </a:r>
            <a:r>
              <a:rPr lang="en-US">
                <a:solidFill>
                  <a:srgbClr val="00B050"/>
                </a:solidFill>
                <a:latin typeface="Courier New" panose="02070309020205020404" pitchFamily="49" charset="0"/>
                <a:cs typeface="Courier New" panose="02070309020205020404" pitchFamily="49" charset="0"/>
              </a:rPr>
              <a:t>Rey</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	print("</a:t>
            </a:r>
            <a:r>
              <a:rPr lang="en-US">
                <a:solidFill>
                  <a:srgbClr val="00B050"/>
                </a:solidFill>
                <a:latin typeface="Courier New" panose="02070309020205020404" pitchFamily="49" charset="0"/>
                <a:cs typeface="Courier New" panose="02070309020205020404" pitchFamily="49" charset="0"/>
              </a:rPr>
              <a:t>Rey rocks</a:t>
            </a:r>
            <a:r>
              <a:rPr lang="en-US">
                <a:solidFill>
                  <a:schemeClr val="tx1"/>
                </a:solidFill>
                <a:latin typeface="Courier New" panose="02070309020205020404" pitchFamily="49" charset="0"/>
                <a:cs typeface="Courier New" panose="02070309020205020404" pitchFamily="49" charset="0"/>
              </a:rPr>
              <a:t>")</a:t>
            </a:r>
          </a:p>
        </p:txBody>
      </p:sp>
      <p:sp>
        <p:nvSpPr>
          <p:cNvPr id="3" name="Content Placeholder 4">
            <a:extLst>
              <a:ext uri="{FF2B5EF4-FFF2-40B4-BE49-F238E27FC236}">
                <a16:creationId xmlns:a16="http://schemas.microsoft.com/office/drawing/2014/main" id="{6F18115D-D2C0-53BD-0D7E-C9B8E0B99A7E}"/>
              </a:ext>
            </a:extLst>
          </p:cNvPr>
          <p:cNvSpPr txBox="1">
            <a:spLocks/>
          </p:cNvSpPr>
          <p:nvPr/>
        </p:nvSpPr>
        <p:spPr>
          <a:xfrm>
            <a:off x="396873" y="3922140"/>
            <a:ext cx="11398254" cy="215481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Note the line </a:t>
            </a:r>
            <a:r>
              <a:rPr lang="en-US" b="1">
                <a:solidFill>
                  <a:srgbClr val="7030A0"/>
                </a:solidFill>
              </a:rPr>
              <a:t>f"{character} is a robot"</a:t>
            </a:r>
            <a:r>
              <a:rPr lang="en-US">
                <a:solidFill>
                  <a:srgbClr val="7030A0"/>
                </a:solidFill>
              </a:rPr>
              <a:t> </a:t>
            </a:r>
            <a:r>
              <a:rPr lang="en-US"/>
              <a:t>in the first conditional statement of the loop. This is known as an </a:t>
            </a:r>
            <a:r>
              <a:rPr lang="en-US" b="1"/>
              <a:t>f-string</a:t>
            </a:r>
            <a:r>
              <a:rPr lang="en-US"/>
              <a:t>, short for formatted string literal.</a:t>
            </a:r>
          </a:p>
          <a:p>
            <a:r>
              <a:rPr lang="en-US"/>
              <a:t>A f-string is created by placing the letter </a:t>
            </a:r>
            <a:r>
              <a:rPr lang="en-US" b="1">
                <a:solidFill>
                  <a:srgbClr val="7030A0"/>
                </a:solidFill>
              </a:rPr>
              <a:t>f</a:t>
            </a:r>
            <a:r>
              <a:rPr lang="en-US"/>
              <a:t> directly before the opening quotation mark of a string. This allows you to embed variable or expressions inside the string using curly braces </a:t>
            </a:r>
            <a:r>
              <a:rPr lang="en-US" b="1">
                <a:solidFill>
                  <a:srgbClr val="7030A0"/>
                </a:solidFill>
              </a:rPr>
              <a:t>{ }</a:t>
            </a:r>
            <a:r>
              <a:rPr lang="en-US"/>
              <a:t>. Python will automatically evaluate the expression and insert its value into the string.</a:t>
            </a:r>
          </a:p>
        </p:txBody>
      </p:sp>
    </p:spTree>
    <p:extLst>
      <p:ext uri="{BB962C8B-B14F-4D97-AF65-F5344CB8AC3E}">
        <p14:creationId xmlns:p14="http://schemas.microsoft.com/office/powerpoint/2010/main" val="4676095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E8747-F2C8-56C4-14A3-11A415423D6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B868F4-4FD2-E7EC-B76E-FB75F5E102A0}"/>
              </a:ext>
            </a:extLst>
          </p:cNvPr>
          <p:cNvSpPr>
            <a:spLocks noGrp="1"/>
          </p:cNvSpPr>
          <p:nvPr>
            <p:ph type="sldNum" sz="quarter" idx="12"/>
          </p:nvPr>
        </p:nvSpPr>
        <p:spPr/>
        <p:txBody>
          <a:bodyPr/>
          <a:lstStyle/>
          <a:p>
            <a:fld id="{DFA4CD3D-26C8-47FF-8D13-9B32BAAB4735}" type="slidenum">
              <a:rPr lang="en-US" smtClean="0"/>
              <a:t>61</a:t>
            </a:fld>
            <a:endParaRPr lang="en-US"/>
          </a:p>
        </p:txBody>
      </p:sp>
      <p:sp>
        <p:nvSpPr>
          <p:cNvPr id="3" name="Title 2">
            <a:extLst>
              <a:ext uri="{FF2B5EF4-FFF2-40B4-BE49-F238E27FC236}">
                <a16:creationId xmlns:a16="http://schemas.microsoft.com/office/drawing/2014/main" id="{DDE43DAF-D71E-C78D-AE6D-4DAAA5447545}"/>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7: Loops</a:t>
            </a:r>
          </a:p>
        </p:txBody>
      </p:sp>
      <p:pic>
        <p:nvPicPr>
          <p:cNvPr id="8" name="Content Placeholder 7">
            <a:extLst>
              <a:ext uri="{FF2B5EF4-FFF2-40B4-BE49-F238E27FC236}">
                <a16:creationId xmlns:a16="http://schemas.microsoft.com/office/drawing/2014/main" id="{D62D813C-79EC-923C-A2A3-D6687F4447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4" name="TextBox 3">
            <a:extLst>
              <a:ext uri="{FF2B5EF4-FFF2-40B4-BE49-F238E27FC236}">
                <a16:creationId xmlns:a16="http://schemas.microsoft.com/office/drawing/2014/main" id="{991D5C5E-C572-F35F-636A-F05AF14C01A7}"/>
              </a:ext>
            </a:extLst>
          </p:cNvPr>
          <p:cNvSpPr txBox="1"/>
          <p:nvPr/>
        </p:nvSpPr>
        <p:spPr>
          <a:xfrm>
            <a:off x="327386" y="2082800"/>
            <a:ext cx="11537227" cy="461665"/>
          </a:xfrm>
          <a:prstGeom prst="rect">
            <a:avLst/>
          </a:prstGeom>
          <a:noFill/>
        </p:spPr>
        <p:txBody>
          <a:bodyPr wrap="square" rtlCol="0">
            <a:spAutoFit/>
          </a:bodyPr>
          <a:lstStyle/>
          <a:p>
            <a:r>
              <a:rPr lang="en-US" sz="2400"/>
              <a:t>Print the name of each president of The Ohio State University.</a:t>
            </a:r>
          </a:p>
        </p:txBody>
      </p:sp>
      <p:sp>
        <p:nvSpPr>
          <p:cNvPr id="9" name="Flowchart: Alternate Process 8">
            <a:extLst>
              <a:ext uri="{FF2B5EF4-FFF2-40B4-BE49-F238E27FC236}">
                <a16:creationId xmlns:a16="http://schemas.microsoft.com/office/drawing/2014/main" id="{198446BA-1988-FEF4-1A81-7E971B2A883A}"/>
              </a:ext>
            </a:extLst>
          </p:cNvPr>
          <p:cNvSpPr/>
          <p:nvPr/>
        </p:nvSpPr>
        <p:spPr>
          <a:xfrm>
            <a:off x="396873" y="2576661"/>
            <a:ext cx="11053482" cy="3128813"/>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presidents=["</a:t>
            </a:r>
            <a:r>
              <a:rPr lang="en-US">
                <a:solidFill>
                  <a:srgbClr val="00B050"/>
                </a:solidFill>
                <a:latin typeface="Courier New" panose="02070309020205020404" pitchFamily="49" charset="0"/>
                <a:cs typeface="Courier New" panose="02070309020205020404" pitchFamily="49" charset="0"/>
              </a:rPr>
              <a:t>Edward Francis Baxter Orton </a:t>
            </a:r>
            <a:r>
              <a:rPr lang="en-US" err="1">
                <a:solidFill>
                  <a:srgbClr val="00B050"/>
                </a:solidFill>
                <a:latin typeface="Courier New" panose="02070309020205020404" pitchFamily="49" charset="0"/>
                <a:cs typeface="Courier New" panose="02070309020205020404" pitchFamily="49" charset="0"/>
              </a:rPr>
              <a:t>Sr</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Walter</a:t>
            </a:r>
            <a:r>
              <a:rPr lang="en-US">
                <a:solidFill>
                  <a:srgbClr val="00B050"/>
                </a:solidFill>
                <a:latin typeface="Courier New" panose="02070309020205020404" pitchFamily="49" charset="0"/>
                <a:cs typeface="Courier New" panose="02070309020205020404" pitchFamily="49" charset="0"/>
              </a:rPr>
              <a:t> Quincy </a:t>
            </a:r>
            <a:r>
              <a:rPr lang="en-US" err="1">
                <a:solidFill>
                  <a:srgbClr val="00B050"/>
                </a:solidFill>
                <a:latin typeface="Courier New" panose="02070309020205020404" pitchFamily="49" charset="0"/>
                <a:cs typeface="Courier New" panose="02070309020205020404" pitchFamily="49" charset="0"/>
              </a:rPr>
              <a:t>Scott</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William</a:t>
            </a:r>
            <a:r>
              <a:rPr lang="en-US">
                <a:solidFill>
                  <a:srgbClr val="00B050"/>
                </a:solidFill>
                <a:latin typeface="Courier New" panose="02070309020205020404" pitchFamily="49" charset="0"/>
                <a:cs typeface="Courier New" panose="02070309020205020404" pitchFamily="49" charset="0"/>
              </a:rPr>
              <a:t> Henry </a:t>
            </a:r>
            <a:r>
              <a:rPr lang="en-US" err="1">
                <a:solidFill>
                  <a:srgbClr val="00B050"/>
                </a:solidFill>
                <a:latin typeface="Courier New" panose="02070309020205020404" pitchFamily="49" charset="0"/>
                <a:cs typeface="Courier New" panose="02070309020205020404" pitchFamily="49" charset="0"/>
              </a:rPr>
              <a:t>Scott</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James</a:t>
            </a:r>
            <a:r>
              <a:rPr lang="en-US">
                <a:solidFill>
                  <a:srgbClr val="00B050"/>
                </a:solidFill>
                <a:latin typeface="Courier New" panose="02070309020205020404" pitchFamily="49" charset="0"/>
                <a:cs typeface="Courier New" panose="02070309020205020404" pitchFamily="49" charset="0"/>
              </a:rPr>
              <a:t> Hulme </a:t>
            </a:r>
            <a:r>
              <a:rPr lang="en-US" err="1">
                <a:solidFill>
                  <a:srgbClr val="00B050"/>
                </a:solidFill>
                <a:latin typeface="Courier New" panose="02070309020205020404" pitchFamily="49" charset="0"/>
                <a:cs typeface="Courier New" panose="02070309020205020404" pitchFamily="49" charset="0"/>
              </a:rPr>
              <a:t>Canfield</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William</a:t>
            </a:r>
            <a:r>
              <a:rPr lang="en-US">
                <a:solidFill>
                  <a:srgbClr val="00B050"/>
                </a:solidFill>
                <a:latin typeface="Courier New" panose="02070309020205020404" pitchFamily="49" charset="0"/>
                <a:cs typeface="Courier New" panose="02070309020205020404" pitchFamily="49" charset="0"/>
              </a:rPr>
              <a:t> Oxley </a:t>
            </a:r>
            <a:r>
              <a:rPr lang="en-US" err="1">
                <a:solidFill>
                  <a:srgbClr val="00B050"/>
                </a:solidFill>
                <a:latin typeface="Courier New" panose="02070309020205020404" pitchFamily="49" charset="0"/>
                <a:cs typeface="Courier New" panose="02070309020205020404" pitchFamily="49" charset="0"/>
              </a:rPr>
              <a:t>Thompson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George</a:t>
            </a:r>
            <a:r>
              <a:rPr lang="en-US">
                <a:solidFill>
                  <a:srgbClr val="00B050"/>
                </a:solidFill>
                <a:latin typeface="Courier New" panose="02070309020205020404" pitchFamily="49" charset="0"/>
                <a:cs typeface="Courier New" panose="02070309020205020404" pitchFamily="49" charset="0"/>
              </a:rPr>
              <a:t> Washington </a:t>
            </a:r>
            <a:r>
              <a:rPr lang="en-US" err="1">
                <a:solidFill>
                  <a:srgbClr val="00B050"/>
                </a:solidFill>
                <a:latin typeface="Courier New" panose="02070309020205020404" pitchFamily="49" charset="0"/>
                <a:cs typeface="Courier New" panose="02070309020205020404" pitchFamily="49" charset="0"/>
              </a:rPr>
              <a:t>Rightmire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William</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McPherson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Howard</a:t>
            </a:r>
            <a:r>
              <a:rPr lang="en-US">
                <a:solidFill>
                  <a:srgbClr val="00B050"/>
                </a:solidFill>
                <a:latin typeface="Courier New" panose="02070309020205020404" pitchFamily="49" charset="0"/>
                <a:cs typeface="Courier New" panose="02070309020205020404" pitchFamily="49" charset="0"/>
              </a:rPr>
              <a:t> Landis </a:t>
            </a:r>
            <a:r>
              <a:rPr lang="en-US" err="1">
                <a:solidFill>
                  <a:srgbClr val="00B050"/>
                </a:solidFill>
                <a:latin typeface="Courier New" panose="02070309020205020404" pitchFamily="49" charset="0"/>
                <a:cs typeface="Courier New" panose="02070309020205020404" pitchFamily="49" charset="0"/>
              </a:rPr>
              <a:t>Bevis</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Novice</a:t>
            </a:r>
            <a:r>
              <a:rPr lang="en-US">
                <a:solidFill>
                  <a:srgbClr val="00B050"/>
                </a:solidFill>
                <a:latin typeface="Courier New" panose="02070309020205020404" pitchFamily="49" charset="0"/>
                <a:cs typeface="Courier New" panose="02070309020205020404" pitchFamily="49" charset="0"/>
              </a:rPr>
              <a:t> Gail </a:t>
            </a:r>
            <a:r>
              <a:rPr lang="en-US" err="1">
                <a:solidFill>
                  <a:srgbClr val="00B050"/>
                </a:solidFill>
                <a:latin typeface="Courier New" panose="02070309020205020404" pitchFamily="49" charset="0"/>
                <a:cs typeface="Courier New" panose="02070309020205020404" pitchFamily="49" charset="0"/>
              </a:rPr>
              <a:t>Fawcett</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Harold</a:t>
            </a:r>
            <a:r>
              <a:rPr lang="en-US">
                <a:solidFill>
                  <a:srgbClr val="00B050"/>
                </a:solidFill>
                <a:latin typeface="Courier New" panose="02070309020205020404" pitchFamily="49" charset="0"/>
                <a:cs typeface="Courier New" panose="02070309020205020404" pitchFamily="49" charset="0"/>
              </a:rPr>
              <a:t> Leroy </a:t>
            </a:r>
            <a:r>
              <a:rPr lang="en-US" err="1">
                <a:solidFill>
                  <a:srgbClr val="00B050"/>
                </a:solidFill>
                <a:latin typeface="Courier New" panose="02070309020205020404" pitchFamily="49" charset="0"/>
                <a:cs typeface="Courier New" panose="02070309020205020404" pitchFamily="49" charset="0"/>
              </a:rPr>
              <a:t>Enarson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Edward</a:t>
            </a:r>
            <a:r>
              <a:rPr lang="en-US">
                <a:solidFill>
                  <a:srgbClr val="00B050"/>
                </a:solidFill>
                <a:latin typeface="Courier New" panose="02070309020205020404" pitchFamily="49" charset="0"/>
                <a:cs typeface="Courier New" panose="02070309020205020404" pitchFamily="49" charset="0"/>
              </a:rPr>
              <a:t> Harrington </a:t>
            </a:r>
            <a:r>
              <a:rPr lang="en-US" err="1">
                <a:solidFill>
                  <a:srgbClr val="00B050"/>
                </a:solidFill>
                <a:latin typeface="Courier New" panose="02070309020205020404" pitchFamily="49" charset="0"/>
                <a:cs typeface="Courier New" panose="02070309020205020404" pitchFamily="49" charset="0"/>
              </a:rPr>
              <a:t>Jennings</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E</a:t>
            </a:r>
            <a:r>
              <a:rPr lang="en-US">
                <a:solidFill>
                  <a:srgbClr val="00B050"/>
                </a:solidFill>
                <a:latin typeface="Courier New" panose="02070309020205020404" pitchFamily="49" charset="0"/>
                <a:cs typeface="Courier New" panose="02070309020205020404" pitchFamily="49" charset="0"/>
              </a:rPr>
              <a:t>. Gordon </a:t>
            </a:r>
            <a:r>
              <a:rPr lang="en-US" err="1">
                <a:solidFill>
                  <a:srgbClr val="00B050"/>
                </a:solidFill>
                <a:latin typeface="Courier New" panose="02070309020205020404" pitchFamily="49" charset="0"/>
                <a:cs typeface="Courier New" panose="02070309020205020404" pitchFamily="49" charset="0"/>
              </a:rPr>
              <a:t>Gee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John</a:t>
            </a:r>
            <a:r>
              <a:rPr lang="en-US">
                <a:solidFill>
                  <a:srgbClr val="00B050"/>
                </a:solidFill>
                <a:latin typeface="Courier New" panose="02070309020205020404" pitchFamily="49" charset="0"/>
                <a:cs typeface="Courier New" panose="02070309020205020404" pitchFamily="49" charset="0"/>
              </a:rPr>
              <a:t> Richard </a:t>
            </a:r>
            <a:r>
              <a:rPr lang="en-US" err="1">
                <a:solidFill>
                  <a:srgbClr val="00B050"/>
                </a:solidFill>
                <a:latin typeface="Courier New" panose="02070309020205020404" pitchFamily="49" charset="0"/>
                <a:cs typeface="Courier New" panose="02070309020205020404" pitchFamily="49" charset="0"/>
              </a:rPr>
              <a:t>Sisson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William</a:t>
            </a:r>
            <a:r>
              <a:rPr lang="en-US">
                <a:solidFill>
                  <a:srgbClr val="00B050"/>
                </a:solidFill>
                <a:latin typeface="Courier New" panose="02070309020205020404" pitchFamily="49" charset="0"/>
                <a:cs typeface="Courier New" panose="02070309020205020404" pitchFamily="49" charset="0"/>
              </a:rPr>
              <a:t> English </a:t>
            </a:r>
            <a:r>
              <a:rPr lang="en-US" err="1">
                <a:solidFill>
                  <a:srgbClr val="00B050"/>
                </a:solidFill>
                <a:latin typeface="Courier New" panose="02070309020205020404" pitchFamily="49" charset="0"/>
                <a:cs typeface="Courier New" panose="02070309020205020404" pitchFamily="49" charset="0"/>
              </a:rPr>
              <a:t>Kirwan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Edward</a:t>
            </a:r>
            <a:r>
              <a:rPr lang="en-US">
                <a:solidFill>
                  <a:srgbClr val="00B050"/>
                </a:solidFill>
                <a:latin typeface="Courier New" panose="02070309020205020404" pitchFamily="49" charset="0"/>
                <a:cs typeface="Courier New" panose="02070309020205020404" pitchFamily="49" charset="0"/>
              </a:rPr>
              <a:t> Harrington </a:t>
            </a:r>
            <a:r>
              <a:rPr lang="en-US" err="1">
                <a:solidFill>
                  <a:srgbClr val="00B050"/>
                </a:solidFill>
                <a:latin typeface="Courier New" panose="02070309020205020404" pitchFamily="49" charset="0"/>
                <a:cs typeface="Courier New" panose="02070309020205020404" pitchFamily="49" charset="0"/>
              </a:rPr>
              <a:t>Jennings</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Karen</a:t>
            </a:r>
            <a:r>
              <a:rPr lang="en-US">
                <a:solidFill>
                  <a:srgbClr val="00B050"/>
                </a:solidFill>
                <a:latin typeface="Courier New" panose="02070309020205020404" pitchFamily="49" charset="0"/>
                <a:cs typeface="Courier New" panose="02070309020205020404" pitchFamily="49" charset="0"/>
              </a:rPr>
              <a:t> Ann </a:t>
            </a:r>
            <a:r>
              <a:rPr lang="en-US" err="1">
                <a:solidFill>
                  <a:srgbClr val="00B050"/>
                </a:solidFill>
                <a:latin typeface="Courier New" panose="02070309020205020404" pitchFamily="49" charset="0"/>
                <a:cs typeface="Courier New" panose="02070309020205020404" pitchFamily="49" charset="0"/>
              </a:rPr>
              <a:t>Holbrook</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Joseph</a:t>
            </a:r>
            <a:r>
              <a:rPr lang="en-US">
                <a:solidFill>
                  <a:srgbClr val="00B050"/>
                </a:solidFill>
                <a:latin typeface="Courier New" panose="02070309020205020404" pitchFamily="49" charset="0"/>
                <a:cs typeface="Courier New" panose="02070309020205020404" pitchFamily="49" charset="0"/>
              </a:rPr>
              <a:t> A. </a:t>
            </a:r>
            <a:r>
              <a:rPr lang="en-US" err="1">
                <a:solidFill>
                  <a:srgbClr val="00B050"/>
                </a:solidFill>
                <a:latin typeface="Courier New" panose="02070309020205020404" pitchFamily="49" charset="0"/>
                <a:cs typeface="Courier New" panose="02070309020205020404" pitchFamily="49" charset="0"/>
              </a:rPr>
              <a:t>Alutto</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E. Gordon </a:t>
            </a:r>
            <a:r>
              <a:rPr lang="en-US" err="1">
                <a:solidFill>
                  <a:srgbClr val="00B050"/>
                </a:solidFill>
                <a:latin typeface="Courier New" panose="02070309020205020404" pitchFamily="49" charset="0"/>
                <a:cs typeface="Courier New" panose="02070309020205020404" pitchFamily="49" charset="0"/>
              </a:rPr>
              <a:t>Gee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Joseph</a:t>
            </a:r>
            <a:r>
              <a:rPr lang="en-US">
                <a:solidFill>
                  <a:srgbClr val="00B050"/>
                </a:solidFill>
                <a:latin typeface="Courier New" panose="02070309020205020404" pitchFamily="49" charset="0"/>
                <a:cs typeface="Courier New" panose="02070309020205020404" pitchFamily="49" charset="0"/>
              </a:rPr>
              <a:t> A. </a:t>
            </a:r>
            <a:r>
              <a:rPr lang="en-US" err="1">
                <a:solidFill>
                  <a:srgbClr val="00B050"/>
                </a:solidFill>
                <a:latin typeface="Courier New" panose="02070309020205020404" pitchFamily="49" charset="0"/>
                <a:cs typeface="Courier New" panose="02070309020205020404" pitchFamily="49" charset="0"/>
              </a:rPr>
              <a:t>Alutto</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Michael V. </a:t>
            </a:r>
            <a:r>
              <a:rPr lang="en-US" err="1">
                <a:solidFill>
                  <a:srgbClr val="00B050"/>
                </a:solidFill>
                <a:latin typeface="Courier New" panose="02070309020205020404" pitchFamily="49" charset="0"/>
                <a:cs typeface="Courier New" panose="02070309020205020404" pitchFamily="49" charset="0"/>
              </a:rPr>
              <a:t>Drake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Kristina</a:t>
            </a:r>
            <a:r>
              <a:rPr lang="en-US">
                <a:solidFill>
                  <a:srgbClr val="00B050"/>
                </a:solidFill>
                <a:latin typeface="Courier New" panose="02070309020205020404" pitchFamily="49" charset="0"/>
                <a:cs typeface="Courier New" panose="02070309020205020404" pitchFamily="49" charset="0"/>
              </a:rPr>
              <a:t> M. </a:t>
            </a:r>
            <a:r>
              <a:rPr lang="en-US" err="1">
                <a:solidFill>
                  <a:srgbClr val="00B050"/>
                </a:solidFill>
                <a:latin typeface="Courier New" panose="02070309020205020404" pitchFamily="49" charset="0"/>
                <a:cs typeface="Courier New" panose="02070309020205020404" pitchFamily="49" charset="0"/>
              </a:rPr>
              <a:t>Johnson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Peter</a:t>
            </a:r>
            <a:r>
              <a:rPr lang="en-US">
                <a:solidFill>
                  <a:srgbClr val="00B050"/>
                </a:solidFill>
                <a:latin typeface="Courier New" panose="02070309020205020404" pitchFamily="49" charset="0"/>
                <a:cs typeface="Courier New" panose="02070309020205020404" pitchFamily="49" charset="0"/>
              </a:rPr>
              <a:t> J. </a:t>
            </a:r>
            <a:r>
              <a:rPr lang="en-US" err="1">
                <a:solidFill>
                  <a:srgbClr val="00B050"/>
                </a:solidFill>
                <a:latin typeface="Courier New" panose="02070309020205020404" pitchFamily="49" charset="0"/>
                <a:cs typeface="Courier New" panose="02070309020205020404" pitchFamily="49" charset="0"/>
              </a:rPr>
              <a:t>Mohler</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Walter</a:t>
            </a:r>
            <a:r>
              <a:rPr lang="en-US">
                <a:solidFill>
                  <a:srgbClr val="00B050"/>
                </a:solidFill>
                <a:latin typeface="Courier New" panose="02070309020205020404" pitchFamily="49" charset="0"/>
                <a:cs typeface="Courier New" panose="02070309020205020404" pitchFamily="49" charset="0"/>
              </a:rPr>
              <a:t> "Ted" Carter, </a:t>
            </a:r>
            <a:r>
              <a:rPr lang="en-US" err="1">
                <a:solidFill>
                  <a:srgbClr val="00B050"/>
                </a:solidFill>
                <a:latin typeface="Courier New" panose="02070309020205020404" pitchFamily="49" charset="0"/>
                <a:cs typeface="Courier New" panose="02070309020205020404" pitchFamily="49" charset="0"/>
              </a:rPr>
              <a:t>Jr.</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Ravi</a:t>
            </a:r>
            <a:r>
              <a:rPr lang="en-US">
                <a:solidFill>
                  <a:srgbClr val="00B050"/>
                </a:solidFill>
                <a:latin typeface="Courier New" panose="02070309020205020404" pitchFamily="49" charset="0"/>
                <a:cs typeface="Courier New" panose="02070309020205020404" pitchFamily="49" charset="0"/>
              </a:rPr>
              <a:t> Bellamkonda</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570474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CB7BBB8-A083-F901-1462-CB41D87FB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3BBE70-DA2C-7DB3-AF9E-D232E440CBC3}"/>
              </a:ext>
            </a:extLst>
          </p:cNvPr>
          <p:cNvSpPr>
            <a:spLocks noGrp="1"/>
          </p:cNvSpPr>
          <p:nvPr>
            <p:ph type="sldNum" sz="quarter" idx="12"/>
          </p:nvPr>
        </p:nvSpPr>
        <p:spPr/>
        <p:txBody>
          <a:bodyPr/>
          <a:lstStyle/>
          <a:p>
            <a:fld id="{DFA4CD3D-26C8-47FF-8D13-9B32BAAB4735}" type="slidenum">
              <a:rPr lang="en-US" smtClean="0"/>
              <a:t>62</a:t>
            </a:fld>
            <a:endParaRPr lang="en-US"/>
          </a:p>
        </p:txBody>
      </p:sp>
      <p:sp>
        <p:nvSpPr>
          <p:cNvPr id="3" name="Title 2">
            <a:extLst>
              <a:ext uri="{FF2B5EF4-FFF2-40B4-BE49-F238E27FC236}">
                <a16:creationId xmlns:a16="http://schemas.microsoft.com/office/drawing/2014/main" id="{A6E0824A-5964-2862-53DC-D0B6700D2417}"/>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5" name="Picture 4">
            <a:extLst>
              <a:ext uri="{FF2B5EF4-FFF2-40B4-BE49-F238E27FC236}">
                <a16:creationId xmlns:a16="http://schemas.microsoft.com/office/drawing/2014/main" id="{BC2A27FB-8EF8-654D-21E7-735CA5DDD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11" name="Flowchart: Alternate Process 10">
            <a:extLst>
              <a:ext uri="{FF2B5EF4-FFF2-40B4-BE49-F238E27FC236}">
                <a16:creationId xmlns:a16="http://schemas.microsoft.com/office/drawing/2014/main" id="{103283B8-6F7C-C2BB-AA63-62FE1F477DDA}"/>
              </a:ext>
            </a:extLst>
          </p:cNvPr>
          <p:cNvSpPr/>
          <p:nvPr/>
        </p:nvSpPr>
        <p:spPr>
          <a:xfrm>
            <a:off x="327386" y="1859280"/>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for president in presidents:</a:t>
            </a:r>
          </a:p>
          <a:p>
            <a:r>
              <a:rPr lang="en-US">
                <a:solidFill>
                  <a:schemeClr val="tx1"/>
                </a:solidFill>
                <a:latin typeface="Courier New" panose="02070309020205020404" pitchFamily="49" charset="0"/>
                <a:cs typeface="Courier New" panose="02070309020205020404" pitchFamily="49" charset="0"/>
              </a:rPr>
              <a:t>    print(president)	</a:t>
            </a:r>
          </a:p>
        </p:txBody>
      </p:sp>
    </p:spTree>
    <p:extLst>
      <p:ext uri="{BB962C8B-B14F-4D97-AF65-F5344CB8AC3E}">
        <p14:creationId xmlns:p14="http://schemas.microsoft.com/office/powerpoint/2010/main" val="35595728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46E580-C224-5444-AB7A-46EF788C99B9}"/>
              </a:ext>
            </a:extLst>
          </p:cNvPr>
          <p:cNvSpPr>
            <a:spLocks noGrp="1"/>
          </p:cNvSpPr>
          <p:nvPr>
            <p:ph type="sldNum" sz="quarter" idx="12"/>
          </p:nvPr>
        </p:nvSpPr>
        <p:spPr/>
        <p:txBody>
          <a:bodyPr/>
          <a:lstStyle/>
          <a:p>
            <a:fld id="{DFA4CD3D-26C8-47FF-8D13-9B32BAAB4735}" type="slidenum">
              <a:rPr lang="en-US" smtClean="0"/>
              <a:t>63</a:t>
            </a:fld>
            <a:endParaRPr lang="en-US"/>
          </a:p>
        </p:txBody>
      </p:sp>
      <p:sp>
        <p:nvSpPr>
          <p:cNvPr id="3" name="Title 2">
            <a:extLst>
              <a:ext uri="{FF2B5EF4-FFF2-40B4-BE49-F238E27FC236}">
                <a16:creationId xmlns:a16="http://schemas.microsoft.com/office/drawing/2014/main" id="{9EEFB7DE-490F-033D-9539-86D2DA7AB92F}"/>
              </a:ext>
            </a:extLst>
          </p:cNvPr>
          <p:cNvSpPr>
            <a:spLocks noGrp="1"/>
          </p:cNvSpPr>
          <p:nvPr>
            <p:ph type="title"/>
          </p:nvPr>
        </p:nvSpPr>
        <p:spPr/>
        <p:txBody>
          <a:bodyPr/>
          <a:lstStyle/>
          <a:p>
            <a:r>
              <a:rPr lang="en-US"/>
              <a:t>Index or enumerate list items</a:t>
            </a:r>
          </a:p>
        </p:txBody>
      </p:sp>
      <p:sp>
        <p:nvSpPr>
          <p:cNvPr id="5" name="Content Placeholder 4">
            <a:extLst>
              <a:ext uri="{FF2B5EF4-FFF2-40B4-BE49-F238E27FC236}">
                <a16:creationId xmlns:a16="http://schemas.microsoft.com/office/drawing/2014/main" id="{81D9787D-189D-6A4A-F695-BA3E3C492490}"/>
              </a:ext>
            </a:extLst>
          </p:cNvPr>
          <p:cNvSpPr>
            <a:spLocks noGrp="1"/>
          </p:cNvSpPr>
          <p:nvPr>
            <p:ph idx="1"/>
          </p:nvPr>
        </p:nvSpPr>
        <p:spPr/>
        <p:txBody>
          <a:bodyPr/>
          <a:lstStyle/>
          <a:p>
            <a:r>
              <a:rPr lang="en-US"/>
              <a:t>There are several ways to determine the index position of items in a list.</a:t>
            </a:r>
          </a:p>
          <a:p>
            <a:endParaRPr lang="en-US"/>
          </a:p>
          <a:p>
            <a:r>
              <a:rPr lang="en-US" b="1"/>
              <a:t>.index()</a:t>
            </a:r>
          </a:p>
          <a:p>
            <a:r>
              <a:rPr lang="en-US"/>
              <a:t>Using a </a:t>
            </a:r>
            <a:r>
              <a:rPr lang="en-US" b="1">
                <a:solidFill>
                  <a:srgbClr val="7030A0"/>
                </a:solidFill>
              </a:rPr>
              <a:t>for</a:t>
            </a:r>
            <a:r>
              <a:rPr lang="en-US"/>
              <a:t> loop with the built-in </a:t>
            </a:r>
            <a:r>
              <a:rPr lang="en-US" b="1">
                <a:solidFill>
                  <a:srgbClr val="7030A0"/>
                </a:solidFill>
              </a:rPr>
              <a:t>.index()</a:t>
            </a:r>
            <a:r>
              <a:rPr lang="en-US">
                <a:solidFill>
                  <a:srgbClr val="7030A0"/>
                </a:solidFill>
              </a:rPr>
              <a:t> </a:t>
            </a:r>
            <a:r>
              <a:rPr lang="en-US"/>
              <a:t>method returns the </a:t>
            </a:r>
            <a:r>
              <a:rPr lang="en-US" b="1"/>
              <a:t>first occurrence</a:t>
            </a:r>
            <a:r>
              <a:rPr lang="en-US"/>
              <a:t> of a specified value in the list.</a:t>
            </a:r>
          </a:p>
        </p:txBody>
      </p:sp>
      <p:sp>
        <p:nvSpPr>
          <p:cNvPr id="7" name="Flowchart: Alternate Process 6">
            <a:extLst>
              <a:ext uri="{FF2B5EF4-FFF2-40B4-BE49-F238E27FC236}">
                <a16:creationId xmlns:a16="http://schemas.microsoft.com/office/drawing/2014/main" id="{E426FD85-70E6-516A-DA5A-5191D173EA94}"/>
              </a:ext>
            </a:extLst>
          </p:cNvPr>
          <p:cNvSpPr/>
          <p:nvPr/>
        </p:nvSpPr>
        <p:spPr>
          <a:xfrm>
            <a:off x="396873" y="4268708"/>
            <a:ext cx="11053482" cy="128016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for president in presidents:</a:t>
            </a:r>
          </a:p>
          <a:p>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president_index_position</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presidents.index</a:t>
            </a:r>
            <a:r>
              <a:rPr lang="en-US">
                <a:solidFill>
                  <a:schemeClr val="tx1"/>
                </a:solidFill>
                <a:latin typeface="Courier New" panose="02070309020205020404" pitchFamily="49" charset="0"/>
                <a:cs typeface="Courier New" panose="02070309020205020404" pitchFamily="49" charset="0"/>
              </a:rPr>
              <a:t>(president)</a:t>
            </a:r>
          </a:p>
          <a:p>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president_index_position</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president_index_position</a:t>
            </a:r>
            <a:r>
              <a:rPr lang="en-US">
                <a:solidFill>
                  <a:schemeClr val="tx1"/>
                </a:solidFill>
                <a:latin typeface="Courier New" panose="02070309020205020404" pitchFamily="49" charset="0"/>
                <a:cs typeface="Courier New" panose="02070309020205020404" pitchFamily="49" charset="0"/>
              </a:rPr>
              <a:t> + </a:t>
            </a:r>
            <a:r>
              <a:rPr lang="en-US">
                <a:solidFill>
                  <a:srgbClr val="BA0C2F"/>
                </a:solidFill>
                <a:latin typeface="Courier New" panose="02070309020205020404" pitchFamily="49" charset="0"/>
                <a:cs typeface="Courier New" panose="02070309020205020404" pitchFamily="49" charset="0"/>
              </a:rPr>
              <a:t>1</a:t>
            </a:r>
          </a:p>
          <a:p>
            <a:r>
              <a:rPr lang="en-US">
                <a:solidFill>
                  <a:schemeClr val="tx1"/>
                </a:solidFill>
                <a:latin typeface="Courier New" panose="02070309020205020404" pitchFamily="49" charset="0"/>
                <a:cs typeface="Courier New" panose="02070309020205020404" pitchFamily="49" charset="0"/>
              </a:rPr>
              <a:t>    print(str(</a:t>
            </a:r>
            <a:r>
              <a:rPr lang="en-US" err="1">
                <a:solidFill>
                  <a:schemeClr val="tx1"/>
                </a:solidFill>
                <a:latin typeface="Courier New" panose="02070309020205020404" pitchFamily="49" charset="0"/>
                <a:cs typeface="Courier New" panose="02070309020205020404" pitchFamily="49" charset="0"/>
              </a:rPr>
              <a:t>president_index_position</a:t>
            </a:r>
            <a:r>
              <a:rPr lang="en-US">
                <a:solidFill>
                  <a:schemeClr val="tx1"/>
                </a:solidFill>
                <a:latin typeface="Courier New" panose="02070309020205020404" pitchFamily="49" charset="0"/>
                <a:cs typeface="Courier New" panose="02070309020205020404" pitchFamily="49" charset="0"/>
              </a:rPr>
              <a:t>)+' '+president) 	</a:t>
            </a:r>
          </a:p>
        </p:txBody>
      </p:sp>
    </p:spTree>
    <p:extLst>
      <p:ext uri="{BB962C8B-B14F-4D97-AF65-F5344CB8AC3E}">
        <p14:creationId xmlns:p14="http://schemas.microsoft.com/office/powerpoint/2010/main" val="40882261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F81422-A254-A267-2579-0EB2C4DE6C58}"/>
              </a:ext>
            </a:extLst>
          </p:cNvPr>
          <p:cNvSpPr>
            <a:spLocks noGrp="1"/>
          </p:cNvSpPr>
          <p:nvPr>
            <p:ph type="sldNum" sz="quarter" idx="12"/>
          </p:nvPr>
        </p:nvSpPr>
        <p:spPr/>
        <p:txBody>
          <a:bodyPr/>
          <a:lstStyle/>
          <a:p>
            <a:fld id="{DFA4CD3D-26C8-47FF-8D13-9B32BAAB4735}" type="slidenum">
              <a:rPr lang="en-US" smtClean="0"/>
              <a:t>64</a:t>
            </a:fld>
            <a:endParaRPr lang="en-US"/>
          </a:p>
        </p:txBody>
      </p:sp>
      <p:sp>
        <p:nvSpPr>
          <p:cNvPr id="5" name="Content Placeholder 4">
            <a:extLst>
              <a:ext uri="{FF2B5EF4-FFF2-40B4-BE49-F238E27FC236}">
                <a16:creationId xmlns:a16="http://schemas.microsoft.com/office/drawing/2014/main" id="{1D93A27E-A823-B574-F7BE-1B026834FAC9}"/>
              </a:ext>
            </a:extLst>
          </p:cNvPr>
          <p:cNvSpPr>
            <a:spLocks noGrp="1"/>
          </p:cNvSpPr>
          <p:nvPr>
            <p:ph idx="1"/>
          </p:nvPr>
        </p:nvSpPr>
        <p:spPr>
          <a:xfrm>
            <a:off x="396873" y="474221"/>
            <a:ext cx="11398254" cy="5231254"/>
          </a:xfrm>
        </p:spPr>
        <p:txBody>
          <a:bodyPr>
            <a:normAutofit/>
          </a:bodyPr>
          <a:lstStyle/>
          <a:p>
            <a:r>
              <a:rPr lang="en-US" b="1"/>
              <a:t>.enumerate()</a:t>
            </a:r>
          </a:p>
          <a:p>
            <a:r>
              <a:rPr lang="en-US"/>
              <a:t>A more common and efficient approach is to use the built-in </a:t>
            </a:r>
            <a:r>
              <a:rPr lang="en-US" b="1">
                <a:solidFill>
                  <a:srgbClr val="7030A0"/>
                </a:solidFill>
              </a:rPr>
              <a:t>enumerate()</a:t>
            </a:r>
            <a:r>
              <a:rPr lang="en-US">
                <a:solidFill>
                  <a:srgbClr val="7030A0"/>
                </a:solidFill>
              </a:rPr>
              <a:t> </a:t>
            </a:r>
            <a:r>
              <a:rPr lang="en-US"/>
              <a:t>function within a </a:t>
            </a:r>
            <a:r>
              <a:rPr lang="en-US" b="1">
                <a:solidFill>
                  <a:srgbClr val="7030A0"/>
                </a:solidFill>
              </a:rPr>
              <a:t>for</a:t>
            </a:r>
            <a:r>
              <a:rPr lang="en-US"/>
              <a:t> loop.</a:t>
            </a:r>
          </a:p>
          <a:p>
            <a:r>
              <a:rPr lang="en-US"/>
              <a:t>The </a:t>
            </a:r>
            <a:r>
              <a:rPr lang="en-US" b="1">
                <a:solidFill>
                  <a:srgbClr val="7030A0"/>
                </a:solidFill>
              </a:rPr>
              <a:t>enumerate() </a:t>
            </a:r>
            <a:r>
              <a:rPr lang="en-US"/>
              <a:t>function returns both the index and the item as you iterate through the list, making your code more readable and avoiding potential issues with methods like </a:t>
            </a:r>
            <a:r>
              <a:rPr lang="en-US" b="1">
                <a:solidFill>
                  <a:srgbClr val="7030A0"/>
                </a:solidFill>
              </a:rPr>
              <a:t>.index()</a:t>
            </a:r>
            <a:r>
              <a:rPr lang="en-US"/>
              <a:t>, which only returns the first occurrence of a value.</a:t>
            </a:r>
          </a:p>
        </p:txBody>
      </p:sp>
    </p:spTree>
    <p:extLst>
      <p:ext uri="{BB962C8B-B14F-4D97-AF65-F5344CB8AC3E}">
        <p14:creationId xmlns:p14="http://schemas.microsoft.com/office/powerpoint/2010/main" val="4442233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A99C4-329A-BDB6-3939-C239EC89AAF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B88637-C9F3-2AC3-531D-14B119C5E3F7}"/>
              </a:ext>
            </a:extLst>
          </p:cNvPr>
          <p:cNvSpPr>
            <a:spLocks noGrp="1"/>
          </p:cNvSpPr>
          <p:nvPr>
            <p:ph type="sldNum" sz="quarter" idx="12"/>
          </p:nvPr>
        </p:nvSpPr>
        <p:spPr/>
        <p:txBody>
          <a:bodyPr/>
          <a:lstStyle/>
          <a:p>
            <a:fld id="{DFA4CD3D-26C8-47FF-8D13-9B32BAAB4735}" type="slidenum">
              <a:rPr lang="en-US" smtClean="0"/>
              <a:t>65</a:t>
            </a:fld>
            <a:endParaRPr lang="en-US"/>
          </a:p>
        </p:txBody>
      </p:sp>
      <p:sp>
        <p:nvSpPr>
          <p:cNvPr id="5" name="Content Placeholder 4">
            <a:extLst>
              <a:ext uri="{FF2B5EF4-FFF2-40B4-BE49-F238E27FC236}">
                <a16:creationId xmlns:a16="http://schemas.microsoft.com/office/drawing/2014/main" id="{61F5094F-1182-00BC-25FA-692A21D1C9E8}"/>
              </a:ext>
            </a:extLst>
          </p:cNvPr>
          <p:cNvSpPr>
            <a:spLocks noGrp="1"/>
          </p:cNvSpPr>
          <p:nvPr>
            <p:ph idx="1"/>
          </p:nvPr>
        </p:nvSpPr>
        <p:spPr>
          <a:xfrm>
            <a:off x="396873" y="474221"/>
            <a:ext cx="11398254" cy="2754754"/>
          </a:xfrm>
        </p:spPr>
        <p:txBody>
          <a:bodyPr>
            <a:normAutofit/>
          </a:bodyPr>
          <a:lstStyle/>
          <a:p>
            <a:r>
              <a:rPr lang="en-US" b="1"/>
              <a:t>Why use enumerate?</a:t>
            </a:r>
          </a:p>
          <a:p>
            <a:pPr marL="342900" indent="-342900">
              <a:buFont typeface="Arial" panose="020B0604020202020204" pitchFamily="34" charset="0"/>
              <a:buChar char="•"/>
            </a:pPr>
            <a:r>
              <a:rPr lang="en-US"/>
              <a:t>It's more efficient than calling </a:t>
            </a:r>
            <a:r>
              <a:rPr lang="en-US" b="1">
                <a:solidFill>
                  <a:srgbClr val="7030A0"/>
                </a:solidFill>
              </a:rPr>
              <a:t>.index()</a:t>
            </a:r>
            <a:r>
              <a:rPr lang="en-US">
                <a:solidFill>
                  <a:srgbClr val="7030A0"/>
                </a:solidFill>
              </a:rPr>
              <a:t> </a:t>
            </a:r>
            <a:r>
              <a:rPr lang="en-US"/>
              <a:t>inside a loop.</a:t>
            </a:r>
          </a:p>
          <a:p>
            <a:pPr marL="342900" indent="-342900">
              <a:buFont typeface="Arial" panose="020B0604020202020204" pitchFamily="34" charset="0"/>
              <a:buChar char="•"/>
            </a:pPr>
            <a:r>
              <a:rPr lang="en-US"/>
              <a:t>It handles duplicate values correctly by giving the actual position in the list.</a:t>
            </a:r>
          </a:p>
          <a:p>
            <a:pPr marL="342900" indent="-342900">
              <a:buFont typeface="Arial" panose="020B0604020202020204" pitchFamily="34" charset="0"/>
              <a:buChar char="•"/>
            </a:pPr>
            <a:r>
              <a:rPr lang="en-US"/>
              <a:t>It improves readability and reduces the change of logical errors.</a:t>
            </a:r>
          </a:p>
          <a:p>
            <a:r>
              <a:rPr lang="en-US"/>
              <a:t>This example asks Python to return two variables from the presidents list, the </a:t>
            </a:r>
            <a:r>
              <a:rPr lang="en-US" b="1">
                <a:solidFill>
                  <a:srgbClr val="7030A0"/>
                </a:solidFill>
              </a:rPr>
              <a:t>index</a:t>
            </a:r>
            <a:r>
              <a:rPr lang="en-US"/>
              <a:t> position and the </a:t>
            </a:r>
            <a:r>
              <a:rPr lang="en-US" b="1">
                <a:solidFill>
                  <a:srgbClr val="7030A0"/>
                </a:solidFill>
              </a:rPr>
              <a:t>president</a:t>
            </a:r>
            <a:r>
              <a:rPr lang="en-US"/>
              <a:t>.</a:t>
            </a:r>
          </a:p>
        </p:txBody>
      </p:sp>
      <p:sp>
        <p:nvSpPr>
          <p:cNvPr id="3" name="Flowchart: Alternate Process 2">
            <a:extLst>
              <a:ext uri="{FF2B5EF4-FFF2-40B4-BE49-F238E27FC236}">
                <a16:creationId xmlns:a16="http://schemas.microsoft.com/office/drawing/2014/main" id="{52845A87-BB96-378D-E10E-2F412E1C77EA}"/>
              </a:ext>
            </a:extLst>
          </p:cNvPr>
          <p:cNvSpPr/>
          <p:nvPr/>
        </p:nvSpPr>
        <p:spPr>
          <a:xfrm>
            <a:off x="396873" y="3106658"/>
            <a:ext cx="11053482" cy="73152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for index, president in presidents:</a:t>
            </a:r>
          </a:p>
          <a:p>
            <a:r>
              <a:rPr lang="en-US">
                <a:solidFill>
                  <a:schemeClr val="tx1"/>
                </a:solidFill>
                <a:latin typeface="Courier New" panose="02070309020205020404" pitchFamily="49" charset="0"/>
                <a:cs typeface="Courier New" panose="02070309020205020404" pitchFamily="49" charset="0"/>
              </a:rPr>
              <a:t>    print(index, president)	</a:t>
            </a:r>
          </a:p>
        </p:txBody>
      </p:sp>
    </p:spTree>
    <p:extLst>
      <p:ext uri="{BB962C8B-B14F-4D97-AF65-F5344CB8AC3E}">
        <p14:creationId xmlns:p14="http://schemas.microsoft.com/office/powerpoint/2010/main" val="488432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8A576-4430-BDF1-F455-850A812897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2ED0DE-F1F7-5744-E00B-1834076C3A0C}"/>
              </a:ext>
            </a:extLst>
          </p:cNvPr>
          <p:cNvSpPr>
            <a:spLocks noGrp="1"/>
          </p:cNvSpPr>
          <p:nvPr>
            <p:ph type="sldNum" sz="quarter" idx="12"/>
          </p:nvPr>
        </p:nvSpPr>
        <p:spPr/>
        <p:txBody>
          <a:bodyPr/>
          <a:lstStyle/>
          <a:p>
            <a:fld id="{DFA4CD3D-26C8-47FF-8D13-9B32BAAB4735}" type="slidenum">
              <a:rPr lang="en-US" smtClean="0"/>
              <a:t>66</a:t>
            </a:fld>
            <a:endParaRPr lang="en-US"/>
          </a:p>
        </p:txBody>
      </p:sp>
      <p:sp>
        <p:nvSpPr>
          <p:cNvPr id="3" name="Title 2">
            <a:extLst>
              <a:ext uri="{FF2B5EF4-FFF2-40B4-BE49-F238E27FC236}">
                <a16:creationId xmlns:a16="http://schemas.microsoft.com/office/drawing/2014/main" id="{96CEB535-E827-F535-3274-9BBA82D881B5}"/>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8: Counter variables</a:t>
            </a:r>
          </a:p>
        </p:txBody>
      </p:sp>
      <p:pic>
        <p:nvPicPr>
          <p:cNvPr id="8" name="Content Placeholder 7">
            <a:extLst>
              <a:ext uri="{FF2B5EF4-FFF2-40B4-BE49-F238E27FC236}">
                <a16:creationId xmlns:a16="http://schemas.microsoft.com/office/drawing/2014/main" id="{EFBF9091-8208-8A57-3FE9-425BB94229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10" name="TextBox 9">
            <a:extLst>
              <a:ext uri="{FF2B5EF4-FFF2-40B4-BE49-F238E27FC236}">
                <a16:creationId xmlns:a16="http://schemas.microsoft.com/office/drawing/2014/main" id="{C0267A9C-D7BE-4D72-352A-393668F25807}"/>
              </a:ext>
            </a:extLst>
          </p:cNvPr>
          <p:cNvSpPr txBox="1"/>
          <p:nvPr/>
        </p:nvSpPr>
        <p:spPr>
          <a:xfrm>
            <a:off x="1150346" y="1909560"/>
            <a:ext cx="10644781" cy="1200329"/>
          </a:xfrm>
          <a:prstGeom prst="rect">
            <a:avLst/>
          </a:prstGeom>
          <a:noFill/>
        </p:spPr>
        <p:txBody>
          <a:bodyPr wrap="square" rtlCol="0">
            <a:spAutoFit/>
          </a:bodyPr>
          <a:lstStyle/>
          <a:p>
            <a:r>
              <a:rPr lang="en-US" sz="2400"/>
              <a:t>Ask CoPilot how to manually track the position of items using a </a:t>
            </a:r>
            <a:r>
              <a:rPr lang="en-US" sz="2400" b="1"/>
              <a:t>counter variable</a:t>
            </a:r>
            <a:r>
              <a:rPr lang="en-US" sz="2400"/>
              <a:t> as you loop through a list. This can be especially useful when you need more control over how positions are counted or displayed.</a:t>
            </a:r>
            <a:endParaRPr lang="en-US" sz="2400">
              <a:solidFill>
                <a:srgbClr val="7030A0"/>
              </a:solidFill>
            </a:endParaRPr>
          </a:p>
        </p:txBody>
      </p:sp>
      <p:pic>
        <p:nvPicPr>
          <p:cNvPr id="12" name="Picture 11">
            <a:extLst>
              <a:ext uri="{FF2B5EF4-FFF2-40B4-BE49-F238E27FC236}">
                <a16:creationId xmlns:a16="http://schemas.microsoft.com/office/drawing/2014/main" id="{C484B5E7-CA0D-E86E-9ED5-13311ACDBF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402" y="1909560"/>
            <a:ext cx="558927" cy="508116"/>
          </a:xfrm>
          <a:prstGeom prst="rect">
            <a:avLst/>
          </a:prstGeom>
        </p:spPr>
      </p:pic>
    </p:spTree>
    <p:extLst>
      <p:ext uri="{BB962C8B-B14F-4D97-AF65-F5344CB8AC3E}">
        <p14:creationId xmlns:p14="http://schemas.microsoft.com/office/powerpoint/2010/main" val="10997229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1DE9919-AF22-F3E1-7C85-FD177BFF978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22D07D-D6E8-B46D-3D5C-9649EAE43757}"/>
              </a:ext>
            </a:extLst>
          </p:cNvPr>
          <p:cNvSpPr>
            <a:spLocks noGrp="1"/>
          </p:cNvSpPr>
          <p:nvPr>
            <p:ph type="sldNum" sz="quarter" idx="12"/>
          </p:nvPr>
        </p:nvSpPr>
        <p:spPr/>
        <p:txBody>
          <a:bodyPr/>
          <a:lstStyle/>
          <a:p>
            <a:fld id="{DFA4CD3D-26C8-47FF-8D13-9B32BAAB4735}" type="slidenum">
              <a:rPr lang="en-US" smtClean="0"/>
              <a:t>67</a:t>
            </a:fld>
            <a:endParaRPr lang="en-US"/>
          </a:p>
        </p:txBody>
      </p:sp>
      <p:sp>
        <p:nvSpPr>
          <p:cNvPr id="3" name="Title 2">
            <a:extLst>
              <a:ext uri="{FF2B5EF4-FFF2-40B4-BE49-F238E27FC236}">
                <a16:creationId xmlns:a16="http://schemas.microsoft.com/office/drawing/2014/main" id="{359C36DC-D291-CE3C-7C63-9E2DF6A2DC14}"/>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12" name="Picture 11">
            <a:extLst>
              <a:ext uri="{FF2B5EF4-FFF2-40B4-BE49-F238E27FC236}">
                <a16:creationId xmlns:a16="http://schemas.microsoft.com/office/drawing/2014/main" id="{A4D11F75-5C9B-68FF-9132-0F5D0D144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1909560"/>
            <a:ext cx="558927" cy="508116"/>
          </a:xfrm>
          <a:prstGeom prst="rect">
            <a:avLst/>
          </a:prstGeom>
        </p:spPr>
      </p:pic>
      <p:pic>
        <p:nvPicPr>
          <p:cNvPr id="5" name="Picture 4">
            <a:extLst>
              <a:ext uri="{FF2B5EF4-FFF2-40B4-BE49-F238E27FC236}">
                <a16:creationId xmlns:a16="http://schemas.microsoft.com/office/drawing/2014/main" id="{7D2AA9B1-A226-4FC8-1F81-3886822E80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11" name="Flowchart: Alternate Process 10">
            <a:extLst>
              <a:ext uri="{FF2B5EF4-FFF2-40B4-BE49-F238E27FC236}">
                <a16:creationId xmlns:a16="http://schemas.microsoft.com/office/drawing/2014/main" id="{78979787-67FF-679A-C6B4-AF7A969B9C46}"/>
              </a:ext>
            </a:extLst>
          </p:cNvPr>
          <p:cNvSpPr/>
          <p:nvPr/>
        </p:nvSpPr>
        <p:spPr>
          <a:xfrm>
            <a:off x="327386" y="2697480"/>
            <a:ext cx="11053482" cy="128016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count=</a:t>
            </a:r>
            <a:r>
              <a:rPr lang="en-US">
                <a:solidFill>
                  <a:srgbClr val="C00000"/>
                </a:solidFill>
                <a:latin typeface="Courier New" panose="02070309020205020404" pitchFamily="49" charset="0"/>
                <a:cs typeface="Courier New" panose="02070309020205020404" pitchFamily="49" charset="0"/>
              </a:rPr>
              <a:t>0</a:t>
            </a:r>
          </a:p>
          <a:p>
            <a:r>
              <a:rPr lang="en-US">
                <a:solidFill>
                  <a:schemeClr val="tx1"/>
                </a:solidFill>
                <a:latin typeface="Courier New" panose="02070309020205020404" pitchFamily="49" charset="0"/>
                <a:cs typeface="Courier New" panose="02070309020205020404" pitchFamily="49" charset="0"/>
              </a:rPr>
              <a:t>for president in presidents:</a:t>
            </a:r>
          </a:p>
          <a:p>
            <a:r>
              <a:rPr lang="en-US">
                <a:solidFill>
                  <a:schemeClr val="tx1"/>
                </a:solidFill>
                <a:latin typeface="Courier New" panose="02070309020205020404" pitchFamily="49" charset="0"/>
                <a:cs typeface="Courier New" panose="02070309020205020404" pitchFamily="49" charset="0"/>
              </a:rPr>
              <a:t>    count += </a:t>
            </a:r>
            <a:r>
              <a:rPr lang="en-US">
                <a:solidFill>
                  <a:srgbClr val="C00000"/>
                </a:solidFill>
                <a:latin typeface="Courier New" panose="02070309020205020404" pitchFamily="49" charset="0"/>
                <a:cs typeface="Courier New" panose="02070309020205020404" pitchFamily="49" charset="0"/>
              </a:rPr>
              <a:t>1</a:t>
            </a:r>
          </a:p>
          <a:p>
            <a:r>
              <a:rPr lang="en-US">
                <a:solidFill>
                  <a:schemeClr val="tx1"/>
                </a:solidFill>
                <a:latin typeface="Courier New" panose="02070309020205020404" pitchFamily="49" charset="0"/>
                <a:cs typeface="Courier New" panose="02070309020205020404" pitchFamily="49" charset="0"/>
              </a:rPr>
              <a:t>    print(</a:t>
            </a:r>
            <a:r>
              <a:rPr lang="en-US" err="1">
                <a:solidFill>
                  <a:schemeClr val="tx1"/>
                </a:solidFill>
                <a:latin typeface="Courier New" panose="02070309020205020404" pitchFamily="49" charset="0"/>
                <a:cs typeface="Courier New" panose="02070309020205020404" pitchFamily="49" charset="0"/>
              </a:rPr>
              <a:t>f"</a:t>
            </a:r>
            <a:r>
              <a:rPr lang="en-US" err="1">
                <a:solidFill>
                  <a:srgbClr val="00B050"/>
                </a:solidFill>
                <a:latin typeface="Courier New" panose="02070309020205020404" pitchFamily="49" charset="0"/>
                <a:cs typeface="Courier New" panose="02070309020205020404" pitchFamily="49" charset="0"/>
              </a:rPr>
              <a:t>Starting</a:t>
            </a:r>
            <a:r>
              <a:rPr lang="en-US">
                <a:solidFill>
                  <a:srgbClr val="00B050"/>
                </a:solidFill>
                <a:latin typeface="Courier New" panose="02070309020205020404" pitchFamily="49" charset="0"/>
                <a:cs typeface="Courier New" panose="02070309020205020404" pitchFamily="49" charset="0"/>
              </a:rPr>
              <a:t> record</a:t>
            </a:r>
            <a:r>
              <a:rPr lang="en-US">
                <a:solidFill>
                  <a:schemeClr val="tx1"/>
                </a:solidFill>
                <a:latin typeface="Courier New" panose="02070309020205020404" pitchFamily="49" charset="0"/>
                <a:cs typeface="Courier New" panose="02070309020205020404" pitchFamily="49" charset="0"/>
              </a:rPr>
              <a:t> {count}: {president}")	</a:t>
            </a:r>
          </a:p>
        </p:txBody>
      </p:sp>
    </p:spTree>
    <p:extLst>
      <p:ext uri="{BB962C8B-B14F-4D97-AF65-F5344CB8AC3E}">
        <p14:creationId xmlns:p14="http://schemas.microsoft.com/office/powerpoint/2010/main" val="38004755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434BBC-D7CC-5D67-9403-34C82BAACEE8}"/>
              </a:ext>
            </a:extLst>
          </p:cNvPr>
          <p:cNvSpPr>
            <a:spLocks noGrp="1"/>
          </p:cNvSpPr>
          <p:nvPr>
            <p:ph type="sldNum" sz="quarter" idx="12"/>
          </p:nvPr>
        </p:nvSpPr>
        <p:spPr/>
        <p:txBody>
          <a:bodyPr/>
          <a:lstStyle/>
          <a:p>
            <a:fld id="{DFA4CD3D-26C8-47FF-8D13-9B32BAAB4735}" type="slidenum">
              <a:rPr lang="en-US" smtClean="0"/>
              <a:t>68</a:t>
            </a:fld>
            <a:endParaRPr lang="en-US"/>
          </a:p>
        </p:txBody>
      </p:sp>
      <p:sp>
        <p:nvSpPr>
          <p:cNvPr id="3" name="Title 2">
            <a:extLst>
              <a:ext uri="{FF2B5EF4-FFF2-40B4-BE49-F238E27FC236}">
                <a16:creationId xmlns:a16="http://schemas.microsoft.com/office/drawing/2014/main" id="{1A495537-9ED9-8D88-A9A2-A5BE60137866}"/>
              </a:ext>
            </a:extLst>
          </p:cNvPr>
          <p:cNvSpPr>
            <a:spLocks noGrp="1"/>
          </p:cNvSpPr>
          <p:nvPr>
            <p:ph type="title"/>
          </p:nvPr>
        </p:nvSpPr>
        <p:spPr/>
        <p:txBody>
          <a:bodyPr/>
          <a:lstStyle/>
          <a:p>
            <a:r>
              <a:rPr lang="en-US"/>
              <a:t>Building lists with loops</a:t>
            </a:r>
          </a:p>
        </p:txBody>
      </p:sp>
      <p:sp>
        <p:nvSpPr>
          <p:cNvPr id="5" name="Content Placeholder 4">
            <a:extLst>
              <a:ext uri="{FF2B5EF4-FFF2-40B4-BE49-F238E27FC236}">
                <a16:creationId xmlns:a16="http://schemas.microsoft.com/office/drawing/2014/main" id="{94480EE4-2F17-8654-D4A0-EB6A14F44ACD}"/>
              </a:ext>
            </a:extLst>
          </p:cNvPr>
          <p:cNvSpPr>
            <a:spLocks noGrp="1"/>
          </p:cNvSpPr>
          <p:nvPr>
            <p:ph idx="1"/>
          </p:nvPr>
        </p:nvSpPr>
        <p:spPr/>
        <p:txBody>
          <a:bodyPr/>
          <a:lstStyle/>
          <a:p>
            <a:r>
              <a:rPr lang="en-US"/>
              <a:t>You can create new lists from existing ones by using a </a:t>
            </a:r>
            <a:r>
              <a:rPr lang="en-US" b="1">
                <a:solidFill>
                  <a:srgbClr val="7030A0"/>
                </a:solidFill>
              </a:rPr>
              <a:t>for</a:t>
            </a:r>
            <a:r>
              <a:rPr lang="en-US"/>
              <a:t> loop along with the </a:t>
            </a:r>
            <a:r>
              <a:rPr lang="en-US" b="1">
                <a:solidFill>
                  <a:srgbClr val="7030A0"/>
                </a:solidFill>
              </a:rPr>
              <a:t>.append( )</a:t>
            </a:r>
            <a:r>
              <a:rPr lang="en-US">
                <a:solidFill>
                  <a:srgbClr val="7030A0"/>
                </a:solidFill>
              </a:rPr>
              <a:t> </a:t>
            </a:r>
            <a:r>
              <a:rPr lang="en-US"/>
              <a:t>method. This is a common and effective way to filter or transform data in Python.</a:t>
            </a:r>
          </a:p>
          <a:p>
            <a:r>
              <a:rPr lang="en-US" b="1"/>
              <a:t>Example: </a:t>
            </a:r>
            <a:r>
              <a:rPr lang="en-US"/>
              <a:t>Find U.S. States that border the Pacific Ocean</a:t>
            </a:r>
            <a:endParaRPr lang="en-US" b="1"/>
          </a:p>
        </p:txBody>
      </p:sp>
      <p:sp>
        <p:nvSpPr>
          <p:cNvPr id="7" name="Flowchart: Alternate Process 6">
            <a:extLst>
              <a:ext uri="{FF2B5EF4-FFF2-40B4-BE49-F238E27FC236}">
                <a16:creationId xmlns:a16="http://schemas.microsoft.com/office/drawing/2014/main" id="{8D2ADB6D-47FB-9211-2E44-80F9034D4745}"/>
              </a:ext>
            </a:extLst>
          </p:cNvPr>
          <p:cNvSpPr/>
          <p:nvPr/>
        </p:nvSpPr>
        <p:spPr>
          <a:xfrm>
            <a:off x="396429" y="3716388"/>
            <a:ext cx="11053482" cy="73152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#START BY ASSIGNING AN EMPTY LIST TO A VARIABLE</a:t>
            </a:r>
          </a:p>
          <a:p>
            <a:r>
              <a:rPr lang="en-US" err="1">
                <a:solidFill>
                  <a:schemeClr val="tx1"/>
                </a:solidFill>
                <a:latin typeface="Courier New" panose="02070309020205020404" pitchFamily="49" charset="0"/>
                <a:cs typeface="Courier New" panose="02070309020205020404" pitchFamily="49" charset="0"/>
              </a:rPr>
              <a:t>pacific_states</a:t>
            </a:r>
            <a:r>
              <a:rPr lang="en-US">
                <a:solidFill>
                  <a:schemeClr val="tx1"/>
                </a:solidFill>
                <a:latin typeface="Courier New" panose="02070309020205020404" pitchFamily="49" charset="0"/>
                <a:cs typeface="Courier New" panose="02070309020205020404" pitchFamily="49" charset="0"/>
              </a:rPr>
              <a:t>=[ ] 	</a:t>
            </a:r>
          </a:p>
        </p:txBody>
      </p:sp>
    </p:spTree>
    <p:extLst>
      <p:ext uri="{BB962C8B-B14F-4D97-AF65-F5344CB8AC3E}">
        <p14:creationId xmlns:p14="http://schemas.microsoft.com/office/powerpoint/2010/main" val="39345685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9B83-F4D6-F2BD-CF1A-DF00CF93C44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5AA88C-9C01-74D7-2592-F701ED902ADA}"/>
              </a:ext>
            </a:extLst>
          </p:cNvPr>
          <p:cNvSpPr>
            <a:spLocks noGrp="1"/>
          </p:cNvSpPr>
          <p:nvPr>
            <p:ph type="sldNum" sz="quarter" idx="12"/>
          </p:nvPr>
        </p:nvSpPr>
        <p:spPr/>
        <p:txBody>
          <a:bodyPr/>
          <a:lstStyle/>
          <a:p>
            <a:fld id="{DFA4CD3D-26C8-47FF-8D13-9B32BAAB4735}" type="slidenum">
              <a:rPr lang="en-US" smtClean="0"/>
              <a:t>69</a:t>
            </a:fld>
            <a:endParaRPr lang="en-US"/>
          </a:p>
        </p:txBody>
      </p:sp>
      <p:sp>
        <p:nvSpPr>
          <p:cNvPr id="6" name="Footer Placeholder 5">
            <a:extLst>
              <a:ext uri="{FF2B5EF4-FFF2-40B4-BE49-F238E27FC236}">
                <a16:creationId xmlns:a16="http://schemas.microsoft.com/office/drawing/2014/main" id="{E7E40833-F184-E2BD-B880-55352D436868}"/>
              </a:ext>
            </a:extLst>
          </p:cNvPr>
          <p:cNvSpPr>
            <a:spLocks noGrp="1"/>
          </p:cNvSpPr>
          <p:nvPr>
            <p:ph type="ftr" sz="quarter" idx="11"/>
          </p:nvPr>
        </p:nvSpPr>
        <p:spPr/>
        <p:txBody>
          <a:bodyPr/>
          <a:lstStyle/>
          <a:p>
            <a:endParaRPr lang="en-US"/>
          </a:p>
        </p:txBody>
      </p:sp>
      <p:sp>
        <p:nvSpPr>
          <p:cNvPr id="7" name="Flowchart: Alternate Process 6">
            <a:extLst>
              <a:ext uri="{FF2B5EF4-FFF2-40B4-BE49-F238E27FC236}">
                <a16:creationId xmlns:a16="http://schemas.microsoft.com/office/drawing/2014/main" id="{2D024F13-405F-109B-9861-184B650BCAE6}"/>
              </a:ext>
            </a:extLst>
          </p:cNvPr>
          <p:cNvSpPr/>
          <p:nvPr/>
        </p:nvSpPr>
        <p:spPr>
          <a:xfrm>
            <a:off x="406398" y="536572"/>
            <a:ext cx="11053482" cy="3768727"/>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#NEXT WE NEED A LIST OF ALL THE STATES</a:t>
            </a:r>
          </a:p>
          <a:p>
            <a:endParaRPr lang="en-US">
              <a:solidFill>
                <a:schemeClr val="tx1"/>
              </a:solidFill>
              <a:latin typeface="Courier New" panose="02070309020205020404" pitchFamily="49" charset="0"/>
              <a:cs typeface="Courier New" panose="02070309020205020404" pitchFamily="49" charset="0"/>
            </a:endParaRPr>
          </a:p>
          <a:p>
            <a:pPr marL="342900" indent="-342900"/>
            <a:r>
              <a:rPr lang="en-US" err="1">
                <a:solidFill>
                  <a:schemeClr val="tx1"/>
                </a:solidFill>
                <a:latin typeface="Courier New" panose="02070309020205020404" pitchFamily="49" charset="0"/>
                <a:cs typeface="Courier New" panose="02070309020205020404" pitchFamily="49" charset="0"/>
              </a:rPr>
              <a:t>united_states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Alabama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Alaska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Arizona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Arkansas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California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Colorado</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Connecticut</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Delaware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Florida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Georgia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Hawaii</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Idaho</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Illinois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Indiana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Iowa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Kansas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Kentucky</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Louisiana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Maine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Maryland</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Massachusetts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Michigan</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Minnesota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Mississippi</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Missouri</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Montana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Nebraska</a:t>
            </a:r>
            <a:r>
              <a:rPr lang="en-US">
                <a:solidFill>
                  <a:schemeClr val="tx1"/>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Nevada</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New</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Hampshire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New</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Jersey</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New</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Mexico</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New</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York</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North</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Carolina</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North</a:t>
            </a:r>
            <a:r>
              <a:rPr lang="en-US">
                <a:solidFill>
                  <a:srgbClr val="00B050"/>
                </a:solidFill>
                <a:latin typeface="Courier New" panose="02070309020205020404" pitchFamily="49" charset="0"/>
                <a:cs typeface="Courier New" panose="02070309020205020404" pitchFamily="49" charset="0"/>
              </a:rPr>
              <a:t> Dakota</a:t>
            </a:r>
            <a:r>
              <a:rPr lang="en-US">
                <a:solidFill>
                  <a:schemeClr val="tx1"/>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Ohio</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Oklahoma</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Oregon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Pennsylvania</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Rhode</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Island</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South</a:t>
            </a:r>
            <a:r>
              <a:rPr lang="en-US">
                <a:solidFill>
                  <a:srgbClr val="00B050"/>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Carolina</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South</a:t>
            </a:r>
            <a:r>
              <a:rPr lang="en-US">
                <a:solidFill>
                  <a:srgbClr val="00B050"/>
                </a:solidFill>
                <a:latin typeface="Courier New" panose="02070309020205020404" pitchFamily="49" charset="0"/>
                <a:cs typeface="Courier New" panose="02070309020205020404" pitchFamily="49" charset="0"/>
              </a:rPr>
              <a:t> Dakota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Tennessee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Texas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Utah</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Vermont</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Virginia</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Washington</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West </a:t>
            </a:r>
            <a:r>
              <a:rPr lang="en-US" err="1">
                <a:solidFill>
                  <a:srgbClr val="00B050"/>
                </a:solidFill>
                <a:latin typeface="Courier New" panose="02070309020205020404" pitchFamily="49" charset="0"/>
                <a:cs typeface="Courier New" panose="02070309020205020404" pitchFamily="49" charset="0"/>
              </a:rPr>
              <a:t>Virginia</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Wisconsin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Wyoming</a:t>
            </a:r>
            <a:r>
              <a:rPr lang="en-US">
                <a:solidFill>
                  <a:schemeClr val="tx1"/>
                </a:solidFill>
                <a:latin typeface="Courier New" panose="02070309020205020404" pitchFamily="49" charset="0"/>
                <a:cs typeface="Courier New" panose="02070309020205020404" pitchFamily="49" charset="0"/>
              </a:rPr>
              <a:t>"]</a:t>
            </a:r>
          </a:p>
          <a:p>
            <a:pPr marL="342900" indent="-342900"/>
            <a:r>
              <a:rPr lang="en-US">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1900320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4965-C1C2-202B-FCD5-BF3DBCE03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3301A5-3675-8AC5-BDA7-F148FDC1C73A}"/>
              </a:ext>
            </a:extLst>
          </p:cNvPr>
          <p:cNvSpPr>
            <a:spLocks noGrp="1"/>
          </p:cNvSpPr>
          <p:nvPr>
            <p:ph type="sldNum" sz="quarter" idx="12"/>
          </p:nvPr>
        </p:nvSpPr>
        <p:spPr/>
        <p:txBody>
          <a:bodyPr/>
          <a:lstStyle/>
          <a:p>
            <a:fld id="{DFA4CD3D-26C8-47FF-8D13-9B32BAAB4735}" type="slidenum">
              <a:rPr lang="en-US" smtClean="0"/>
              <a:t>70</a:t>
            </a:fld>
            <a:endParaRPr lang="en-US"/>
          </a:p>
        </p:txBody>
      </p:sp>
      <p:sp>
        <p:nvSpPr>
          <p:cNvPr id="6" name="Footer Placeholder 5">
            <a:extLst>
              <a:ext uri="{FF2B5EF4-FFF2-40B4-BE49-F238E27FC236}">
                <a16:creationId xmlns:a16="http://schemas.microsoft.com/office/drawing/2014/main" id="{448994ED-F8AF-17C1-2A3B-CA6DD3179B8A}"/>
              </a:ext>
            </a:extLst>
          </p:cNvPr>
          <p:cNvSpPr>
            <a:spLocks noGrp="1"/>
          </p:cNvSpPr>
          <p:nvPr>
            <p:ph type="ftr" sz="quarter" idx="11"/>
          </p:nvPr>
        </p:nvSpPr>
        <p:spPr/>
        <p:txBody>
          <a:bodyPr/>
          <a:lstStyle/>
          <a:p>
            <a:endParaRPr lang="en-US"/>
          </a:p>
        </p:txBody>
      </p:sp>
      <p:sp>
        <p:nvSpPr>
          <p:cNvPr id="11" name="Flowchart: Alternate Process 10">
            <a:extLst>
              <a:ext uri="{FF2B5EF4-FFF2-40B4-BE49-F238E27FC236}">
                <a16:creationId xmlns:a16="http://schemas.microsoft.com/office/drawing/2014/main" id="{4AC4E689-A1FA-7ED9-29A2-1DDB68D19782}"/>
              </a:ext>
            </a:extLst>
          </p:cNvPr>
          <p:cNvSpPr/>
          <p:nvPr/>
        </p:nvSpPr>
        <p:spPr>
          <a:xfrm>
            <a:off x="569259" y="878205"/>
            <a:ext cx="11053482" cy="256032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#THEN WE USE A FOR LOOP WITH A CONDITIONAL STATEMENT TO FIND THE WESTERN STATES</a:t>
            </a:r>
          </a:p>
          <a:p>
            <a:endParaRPr lang="en-US">
              <a:solidFill>
                <a:schemeClr val="tx1"/>
              </a:solidFill>
              <a:latin typeface="Courier New" panose="02070309020205020404" pitchFamily="49" charset="0"/>
              <a:cs typeface="Courier New" panose="02070309020205020404" pitchFamily="49" charset="0"/>
            </a:endParaRPr>
          </a:p>
          <a:p>
            <a:r>
              <a:rPr lang="en-US" b="1">
                <a:solidFill>
                  <a:schemeClr val="tx1"/>
                </a:solidFill>
                <a:latin typeface="Courier New" panose="02070309020205020404" pitchFamily="49" charset="0"/>
                <a:cs typeface="Courier New" panose="02070309020205020404" pitchFamily="49" charset="0"/>
              </a:rPr>
              <a:t>for </a:t>
            </a:r>
            <a:r>
              <a:rPr lang="en-US">
                <a:solidFill>
                  <a:schemeClr val="tx1"/>
                </a:solidFill>
                <a:latin typeface="Courier New" panose="02070309020205020404" pitchFamily="49" charset="0"/>
                <a:cs typeface="Courier New" panose="02070309020205020404" pitchFamily="49" charset="0"/>
              </a:rPr>
              <a:t>state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united_states</a:t>
            </a:r>
            <a:r>
              <a:rPr lang="en-US">
                <a:solidFill>
                  <a:schemeClr val="tx1"/>
                </a:solidFill>
                <a:latin typeface="Courier New" panose="02070309020205020404" pitchFamily="49" charset="0"/>
                <a:cs typeface="Courier New" panose="02070309020205020404" pitchFamily="49" charset="0"/>
              </a:rPr>
              <a:t>:</a:t>
            </a:r>
          </a:p>
          <a:p>
            <a:pPr marL="342900"/>
            <a:r>
              <a:rPr lang="en-US" b="1">
                <a:solidFill>
                  <a:schemeClr val="tx1"/>
                </a:solidFill>
                <a:latin typeface="Courier New" panose="02070309020205020404" pitchFamily="49" charset="0"/>
                <a:cs typeface="Courier New" panose="02070309020205020404" pitchFamily="49" charset="0"/>
              </a:rPr>
              <a:t>if </a:t>
            </a:r>
            <a:r>
              <a:rPr lang="en-US">
                <a:solidFill>
                  <a:schemeClr val="tx1"/>
                </a:solidFill>
                <a:latin typeface="Courier New" panose="02070309020205020404" pitchFamily="49" charset="0"/>
                <a:cs typeface="Courier New" panose="02070309020205020404" pitchFamily="49" charset="0"/>
              </a:rPr>
              <a:t>state=="</a:t>
            </a:r>
            <a:r>
              <a:rPr lang="en-US">
                <a:solidFill>
                  <a:srgbClr val="00B050"/>
                </a:solidFill>
                <a:latin typeface="Courier New" panose="02070309020205020404" pitchFamily="49" charset="0"/>
                <a:cs typeface="Courier New" panose="02070309020205020404" pitchFamily="49" charset="0"/>
              </a:rPr>
              <a:t>Alaska</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or </a:t>
            </a:r>
            <a:r>
              <a:rPr lang="en-US">
                <a:solidFill>
                  <a:schemeClr val="tx1"/>
                </a:solidFill>
                <a:latin typeface="Courier New" panose="02070309020205020404" pitchFamily="49" charset="0"/>
                <a:cs typeface="Courier New" panose="02070309020205020404" pitchFamily="49" charset="0"/>
              </a:rPr>
              <a:t>state=="</a:t>
            </a:r>
            <a:r>
              <a:rPr lang="en-US">
                <a:solidFill>
                  <a:srgbClr val="00B050"/>
                </a:solidFill>
                <a:latin typeface="Courier New" panose="02070309020205020404" pitchFamily="49" charset="0"/>
                <a:cs typeface="Courier New" panose="02070309020205020404" pitchFamily="49" charset="0"/>
              </a:rPr>
              <a:t>California</a:t>
            </a:r>
            <a:r>
              <a:rPr lang="en-US">
                <a:solidFill>
                  <a:schemeClr val="tx1"/>
                </a:solidFill>
                <a:latin typeface="Courier New" panose="02070309020205020404" pitchFamily="49" charset="0"/>
                <a:cs typeface="Courier New" panose="02070309020205020404" pitchFamily="49" charset="0"/>
              </a:rPr>
              <a:t>"</a:t>
            </a:r>
            <a:r>
              <a:rPr lang="en-US" b="1">
                <a:solidFill>
                  <a:schemeClr val="tx1"/>
                </a:solidFill>
                <a:latin typeface="Courier New" panose="02070309020205020404" pitchFamily="49" charset="0"/>
                <a:cs typeface="Courier New" panose="02070309020205020404" pitchFamily="49" charset="0"/>
              </a:rPr>
              <a:t> or </a:t>
            </a:r>
            <a:r>
              <a:rPr lang="en-US">
                <a:solidFill>
                  <a:schemeClr val="tx1"/>
                </a:solidFill>
                <a:latin typeface="Courier New" panose="02070309020205020404" pitchFamily="49" charset="0"/>
                <a:cs typeface="Courier New" panose="02070309020205020404" pitchFamily="49" charset="0"/>
              </a:rPr>
              <a:t>state=="</a:t>
            </a:r>
            <a:r>
              <a:rPr lang="en-US">
                <a:solidFill>
                  <a:srgbClr val="00B050"/>
                </a:solidFill>
                <a:latin typeface="Courier New" panose="02070309020205020404" pitchFamily="49" charset="0"/>
                <a:cs typeface="Courier New" panose="02070309020205020404" pitchFamily="49" charset="0"/>
              </a:rPr>
              <a:t>Hawaii</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or</a:t>
            </a:r>
            <a:r>
              <a:rPr lang="en-US">
                <a:solidFill>
                  <a:schemeClr val="tx1"/>
                </a:solidFill>
                <a:latin typeface="Courier New" panose="02070309020205020404" pitchFamily="49" charset="0"/>
                <a:cs typeface="Courier New" panose="02070309020205020404" pitchFamily="49" charset="0"/>
              </a:rPr>
              <a:t> state=="</a:t>
            </a:r>
            <a:r>
              <a:rPr lang="en-US">
                <a:solidFill>
                  <a:srgbClr val="00B050"/>
                </a:solidFill>
                <a:latin typeface="Courier New" panose="02070309020205020404" pitchFamily="49" charset="0"/>
                <a:cs typeface="Courier New" panose="02070309020205020404" pitchFamily="49" charset="0"/>
              </a:rPr>
              <a:t>Oregon</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or </a:t>
            </a:r>
            <a:r>
              <a:rPr lang="en-US">
                <a:solidFill>
                  <a:schemeClr val="tx1"/>
                </a:solidFill>
                <a:latin typeface="Courier New" panose="02070309020205020404" pitchFamily="49" charset="0"/>
                <a:cs typeface="Courier New" panose="02070309020205020404" pitchFamily="49" charset="0"/>
              </a:rPr>
              <a:t>state=="</a:t>
            </a:r>
            <a:r>
              <a:rPr lang="en-US">
                <a:solidFill>
                  <a:srgbClr val="00B050"/>
                </a:solidFill>
                <a:latin typeface="Courier New" panose="02070309020205020404" pitchFamily="49" charset="0"/>
                <a:cs typeface="Courier New" panose="02070309020205020404" pitchFamily="49" charset="0"/>
              </a:rPr>
              <a:t>Washington</a:t>
            </a:r>
            <a:r>
              <a:rPr lang="en-US">
                <a:solidFill>
                  <a:schemeClr val="tx1"/>
                </a:solidFill>
                <a:latin typeface="Courier New" panose="02070309020205020404" pitchFamily="49" charset="0"/>
                <a:cs typeface="Courier New" panose="02070309020205020404" pitchFamily="49" charset="0"/>
              </a:rPr>
              <a:t>":</a:t>
            </a:r>
          </a:p>
          <a:p>
            <a:pPr marL="342900"/>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pacific_states.append</a:t>
            </a:r>
            <a:r>
              <a:rPr lang="en-US">
                <a:solidFill>
                  <a:schemeClr val="tx1"/>
                </a:solidFill>
                <a:latin typeface="Courier New" panose="02070309020205020404" pitchFamily="49" charset="0"/>
                <a:cs typeface="Courier New" panose="02070309020205020404" pitchFamily="49" charset="0"/>
              </a:rPr>
              <a:t>(state)</a:t>
            </a:r>
          </a:p>
          <a:p>
            <a:pPr marL="342900"/>
            <a:r>
              <a:rPr lang="en-US">
                <a:solidFill>
                  <a:schemeClr val="tx1"/>
                </a:solidFill>
                <a:latin typeface="Courier New" panose="02070309020205020404" pitchFamily="49" charset="0"/>
                <a:cs typeface="Courier New" panose="02070309020205020404" pitchFamily="49" charset="0"/>
              </a:rPr>
              <a:t>	</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pacific_states</a:t>
            </a:r>
            <a:r>
              <a:rPr lang="en-US">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044919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18CB90-69DB-4D8C-C324-D0F2230BB9F4}"/>
              </a:ext>
            </a:extLst>
          </p:cNvPr>
          <p:cNvSpPr>
            <a:spLocks noGrp="1"/>
          </p:cNvSpPr>
          <p:nvPr>
            <p:ph type="sldNum" sz="quarter" idx="12"/>
          </p:nvPr>
        </p:nvSpPr>
        <p:spPr/>
        <p:txBody>
          <a:bodyPr/>
          <a:lstStyle/>
          <a:p>
            <a:fld id="{DFA4CD3D-26C8-47FF-8D13-9B32BAAB4735}" type="slidenum">
              <a:rPr lang="en-US" smtClean="0"/>
              <a:t>71</a:t>
            </a:fld>
            <a:endParaRPr lang="en-US"/>
          </a:p>
        </p:txBody>
      </p:sp>
      <p:sp>
        <p:nvSpPr>
          <p:cNvPr id="3" name="Title 2">
            <a:extLst>
              <a:ext uri="{FF2B5EF4-FFF2-40B4-BE49-F238E27FC236}">
                <a16:creationId xmlns:a16="http://schemas.microsoft.com/office/drawing/2014/main" id="{3C68875A-D056-E62F-A82A-98154DA02949}"/>
              </a:ext>
            </a:extLst>
          </p:cNvPr>
          <p:cNvSpPr>
            <a:spLocks noGrp="1"/>
          </p:cNvSpPr>
          <p:nvPr>
            <p:ph type="title"/>
          </p:nvPr>
        </p:nvSpPr>
        <p:spPr/>
        <p:txBody>
          <a:bodyPr/>
          <a:lstStyle/>
          <a:p>
            <a:r>
              <a:rPr lang="en-US"/>
              <a:t>List comprehensions	</a:t>
            </a:r>
          </a:p>
        </p:txBody>
      </p:sp>
      <p:sp>
        <p:nvSpPr>
          <p:cNvPr id="5" name="Content Placeholder 4">
            <a:extLst>
              <a:ext uri="{FF2B5EF4-FFF2-40B4-BE49-F238E27FC236}">
                <a16:creationId xmlns:a16="http://schemas.microsoft.com/office/drawing/2014/main" id="{2DBE7BDE-77D3-85B9-530A-059607FD0B14}"/>
              </a:ext>
            </a:extLst>
          </p:cNvPr>
          <p:cNvSpPr>
            <a:spLocks noGrp="1"/>
          </p:cNvSpPr>
          <p:nvPr>
            <p:ph idx="1"/>
          </p:nvPr>
        </p:nvSpPr>
        <p:spPr>
          <a:xfrm>
            <a:off x="396873" y="2074421"/>
            <a:ext cx="11398254" cy="1280160"/>
          </a:xfrm>
        </p:spPr>
        <p:txBody>
          <a:bodyPr/>
          <a:lstStyle/>
          <a:p>
            <a:r>
              <a:rPr lang="en-US" b="1"/>
              <a:t>List comprehensions</a:t>
            </a:r>
            <a:r>
              <a:rPr lang="en-US"/>
              <a:t> offer a compact way to create new lists by combing a </a:t>
            </a:r>
            <a:r>
              <a:rPr lang="en-US" b="1">
                <a:solidFill>
                  <a:srgbClr val="7030A0"/>
                </a:solidFill>
              </a:rPr>
              <a:t>for</a:t>
            </a:r>
            <a:r>
              <a:rPr lang="en-US"/>
              <a:t> loop and an optional </a:t>
            </a:r>
            <a:r>
              <a:rPr lang="en-US" b="1">
                <a:solidFill>
                  <a:srgbClr val="7030A0"/>
                </a:solidFill>
              </a:rPr>
              <a:t>if</a:t>
            </a:r>
            <a:r>
              <a:rPr lang="en-US"/>
              <a:t> condition in a single line of code.</a:t>
            </a:r>
          </a:p>
          <a:p>
            <a:r>
              <a:rPr lang="en-US" b="1"/>
              <a:t>Basic syntax:</a:t>
            </a:r>
          </a:p>
        </p:txBody>
      </p:sp>
      <p:sp>
        <p:nvSpPr>
          <p:cNvPr id="7" name="Flowchart: Alternate Process 6">
            <a:extLst>
              <a:ext uri="{FF2B5EF4-FFF2-40B4-BE49-F238E27FC236}">
                <a16:creationId xmlns:a16="http://schemas.microsoft.com/office/drawing/2014/main" id="{F931FDD7-3B5A-36E5-D016-8DAB5245B77A}"/>
              </a:ext>
            </a:extLst>
          </p:cNvPr>
          <p:cNvSpPr/>
          <p:nvPr/>
        </p:nvSpPr>
        <p:spPr>
          <a:xfrm>
            <a:off x="396873" y="3503420"/>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[expression </a:t>
            </a:r>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item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iterable</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if</a:t>
            </a:r>
            <a:r>
              <a:rPr lang="en-US">
                <a:solidFill>
                  <a:schemeClr val="tx1"/>
                </a:solidFill>
                <a:latin typeface="Courier New" panose="02070309020205020404" pitchFamily="49" charset="0"/>
                <a:cs typeface="Courier New" panose="02070309020205020404" pitchFamily="49" charset="0"/>
              </a:rPr>
              <a:t> condition]	</a:t>
            </a:r>
          </a:p>
        </p:txBody>
      </p:sp>
    </p:spTree>
    <p:extLst>
      <p:ext uri="{BB962C8B-B14F-4D97-AF65-F5344CB8AC3E}">
        <p14:creationId xmlns:p14="http://schemas.microsoft.com/office/powerpoint/2010/main" val="22966396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85D88-FEC2-8644-DA51-3B3E9389A6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93944A-0DF8-37BC-DAF7-0989F36912CC}"/>
              </a:ext>
            </a:extLst>
          </p:cNvPr>
          <p:cNvSpPr>
            <a:spLocks noGrp="1"/>
          </p:cNvSpPr>
          <p:nvPr>
            <p:ph type="sldNum" sz="quarter" idx="12"/>
          </p:nvPr>
        </p:nvSpPr>
        <p:spPr/>
        <p:txBody>
          <a:bodyPr/>
          <a:lstStyle/>
          <a:p>
            <a:fld id="{DFA4CD3D-26C8-47FF-8D13-9B32BAAB4735}" type="slidenum">
              <a:rPr lang="en-US" smtClean="0"/>
              <a:t>72</a:t>
            </a:fld>
            <a:endParaRPr lang="en-US"/>
          </a:p>
        </p:txBody>
      </p:sp>
      <p:sp>
        <p:nvSpPr>
          <p:cNvPr id="5" name="Content Placeholder 4">
            <a:extLst>
              <a:ext uri="{FF2B5EF4-FFF2-40B4-BE49-F238E27FC236}">
                <a16:creationId xmlns:a16="http://schemas.microsoft.com/office/drawing/2014/main" id="{BA92005B-6435-8C52-1724-BEBF22129F95}"/>
              </a:ext>
            </a:extLst>
          </p:cNvPr>
          <p:cNvSpPr>
            <a:spLocks noGrp="1"/>
          </p:cNvSpPr>
          <p:nvPr>
            <p:ph idx="1"/>
          </p:nvPr>
        </p:nvSpPr>
        <p:spPr>
          <a:xfrm>
            <a:off x="396873" y="853815"/>
            <a:ext cx="11398254" cy="365125"/>
          </a:xfrm>
        </p:spPr>
        <p:txBody>
          <a:bodyPr>
            <a:normAutofit fontScale="92500" lnSpcReduction="20000"/>
          </a:bodyPr>
          <a:lstStyle/>
          <a:p>
            <a:r>
              <a:rPr lang="en-US"/>
              <a:t>Instead of writing this longer version:</a:t>
            </a:r>
          </a:p>
        </p:txBody>
      </p:sp>
      <p:sp>
        <p:nvSpPr>
          <p:cNvPr id="7" name="Flowchart: Alternate Process 6">
            <a:extLst>
              <a:ext uri="{FF2B5EF4-FFF2-40B4-BE49-F238E27FC236}">
                <a16:creationId xmlns:a16="http://schemas.microsoft.com/office/drawing/2014/main" id="{22488ADC-063B-2846-432F-D842D4627469}"/>
              </a:ext>
            </a:extLst>
          </p:cNvPr>
          <p:cNvSpPr/>
          <p:nvPr/>
        </p:nvSpPr>
        <p:spPr>
          <a:xfrm>
            <a:off x="396873" y="1344930"/>
            <a:ext cx="11053482" cy="20116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latin typeface="Courier New" panose="02070309020205020404" pitchFamily="49" charset="0"/>
                <a:cs typeface="Courier New" panose="02070309020205020404" pitchFamily="49" charset="0"/>
              </a:rPr>
              <a:t>for </a:t>
            </a:r>
            <a:r>
              <a:rPr lang="en-US">
                <a:solidFill>
                  <a:schemeClr val="tx1"/>
                </a:solidFill>
                <a:latin typeface="Courier New" panose="02070309020205020404" pitchFamily="49" charset="0"/>
                <a:cs typeface="Courier New" panose="02070309020205020404" pitchFamily="49" charset="0"/>
              </a:rPr>
              <a:t>state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united_states</a:t>
            </a:r>
            <a:r>
              <a:rPr lang="en-US">
                <a:solidFill>
                  <a:schemeClr val="tx1"/>
                </a:solidFill>
                <a:latin typeface="Courier New" panose="02070309020205020404" pitchFamily="49" charset="0"/>
                <a:cs typeface="Courier New" panose="02070309020205020404" pitchFamily="49" charset="0"/>
              </a:rPr>
              <a:t>:</a:t>
            </a:r>
          </a:p>
          <a:p>
            <a:pPr marL="342900"/>
            <a:r>
              <a:rPr lang="en-US" b="1">
                <a:solidFill>
                  <a:schemeClr val="tx1"/>
                </a:solidFill>
                <a:latin typeface="Courier New" panose="02070309020205020404" pitchFamily="49" charset="0"/>
                <a:cs typeface="Courier New" panose="02070309020205020404" pitchFamily="49" charset="0"/>
              </a:rPr>
              <a:t>if </a:t>
            </a:r>
            <a:r>
              <a:rPr lang="en-US">
                <a:solidFill>
                  <a:schemeClr val="tx1"/>
                </a:solidFill>
                <a:latin typeface="Courier New" panose="02070309020205020404" pitchFamily="49" charset="0"/>
                <a:cs typeface="Courier New" panose="02070309020205020404" pitchFamily="49" charset="0"/>
              </a:rPr>
              <a:t>state=="</a:t>
            </a:r>
            <a:r>
              <a:rPr lang="en-US">
                <a:solidFill>
                  <a:srgbClr val="00B050"/>
                </a:solidFill>
                <a:latin typeface="Courier New" panose="02070309020205020404" pitchFamily="49" charset="0"/>
                <a:cs typeface="Courier New" panose="02070309020205020404" pitchFamily="49" charset="0"/>
              </a:rPr>
              <a:t>Alaska</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or </a:t>
            </a:r>
            <a:r>
              <a:rPr lang="en-US">
                <a:solidFill>
                  <a:schemeClr val="tx1"/>
                </a:solidFill>
                <a:latin typeface="Courier New" panose="02070309020205020404" pitchFamily="49" charset="0"/>
                <a:cs typeface="Courier New" panose="02070309020205020404" pitchFamily="49" charset="0"/>
              </a:rPr>
              <a:t>state=="</a:t>
            </a:r>
            <a:r>
              <a:rPr lang="en-US">
                <a:solidFill>
                  <a:srgbClr val="00B050"/>
                </a:solidFill>
                <a:latin typeface="Courier New" panose="02070309020205020404" pitchFamily="49" charset="0"/>
                <a:cs typeface="Courier New" panose="02070309020205020404" pitchFamily="49" charset="0"/>
              </a:rPr>
              <a:t>California</a:t>
            </a:r>
            <a:r>
              <a:rPr lang="en-US">
                <a:solidFill>
                  <a:schemeClr val="tx1"/>
                </a:solidFill>
                <a:latin typeface="Courier New" panose="02070309020205020404" pitchFamily="49" charset="0"/>
                <a:cs typeface="Courier New" panose="02070309020205020404" pitchFamily="49" charset="0"/>
              </a:rPr>
              <a:t>"</a:t>
            </a:r>
            <a:r>
              <a:rPr lang="en-US" b="1">
                <a:solidFill>
                  <a:schemeClr val="tx1"/>
                </a:solidFill>
                <a:latin typeface="Courier New" panose="02070309020205020404" pitchFamily="49" charset="0"/>
                <a:cs typeface="Courier New" panose="02070309020205020404" pitchFamily="49" charset="0"/>
              </a:rPr>
              <a:t> or </a:t>
            </a:r>
            <a:r>
              <a:rPr lang="en-US">
                <a:solidFill>
                  <a:schemeClr val="tx1"/>
                </a:solidFill>
                <a:latin typeface="Courier New" panose="02070309020205020404" pitchFamily="49" charset="0"/>
                <a:cs typeface="Courier New" panose="02070309020205020404" pitchFamily="49" charset="0"/>
              </a:rPr>
              <a:t>state=="</a:t>
            </a:r>
            <a:r>
              <a:rPr lang="en-US">
                <a:solidFill>
                  <a:srgbClr val="00B050"/>
                </a:solidFill>
                <a:latin typeface="Courier New" panose="02070309020205020404" pitchFamily="49" charset="0"/>
                <a:cs typeface="Courier New" panose="02070309020205020404" pitchFamily="49" charset="0"/>
              </a:rPr>
              <a:t>Hawaii</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or</a:t>
            </a:r>
            <a:r>
              <a:rPr lang="en-US">
                <a:solidFill>
                  <a:schemeClr val="tx1"/>
                </a:solidFill>
                <a:latin typeface="Courier New" panose="02070309020205020404" pitchFamily="49" charset="0"/>
                <a:cs typeface="Courier New" panose="02070309020205020404" pitchFamily="49" charset="0"/>
              </a:rPr>
              <a:t> state=="</a:t>
            </a:r>
            <a:r>
              <a:rPr lang="en-US">
                <a:solidFill>
                  <a:srgbClr val="00B050"/>
                </a:solidFill>
                <a:latin typeface="Courier New" panose="02070309020205020404" pitchFamily="49" charset="0"/>
                <a:cs typeface="Courier New" panose="02070309020205020404" pitchFamily="49" charset="0"/>
              </a:rPr>
              <a:t>Oregon</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or </a:t>
            </a:r>
            <a:r>
              <a:rPr lang="en-US">
                <a:solidFill>
                  <a:schemeClr val="tx1"/>
                </a:solidFill>
                <a:latin typeface="Courier New" panose="02070309020205020404" pitchFamily="49" charset="0"/>
                <a:cs typeface="Courier New" panose="02070309020205020404" pitchFamily="49" charset="0"/>
              </a:rPr>
              <a:t>state=="</a:t>
            </a:r>
            <a:r>
              <a:rPr lang="en-US">
                <a:solidFill>
                  <a:srgbClr val="00B050"/>
                </a:solidFill>
                <a:latin typeface="Courier New" panose="02070309020205020404" pitchFamily="49" charset="0"/>
                <a:cs typeface="Courier New" panose="02070309020205020404" pitchFamily="49" charset="0"/>
              </a:rPr>
              <a:t>Washington</a:t>
            </a:r>
            <a:r>
              <a:rPr lang="en-US">
                <a:solidFill>
                  <a:schemeClr val="tx1"/>
                </a:solidFill>
                <a:latin typeface="Courier New" panose="02070309020205020404" pitchFamily="49" charset="0"/>
                <a:cs typeface="Courier New" panose="02070309020205020404" pitchFamily="49" charset="0"/>
              </a:rPr>
              <a:t>":</a:t>
            </a:r>
          </a:p>
          <a:p>
            <a:pPr marL="342900"/>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pacific_states.append</a:t>
            </a:r>
            <a:r>
              <a:rPr lang="en-US">
                <a:solidFill>
                  <a:schemeClr val="tx1"/>
                </a:solidFill>
                <a:latin typeface="Courier New" panose="02070309020205020404" pitchFamily="49" charset="0"/>
                <a:cs typeface="Courier New" panose="02070309020205020404" pitchFamily="49" charset="0"/>
              </a:rPr>
              <a:t>(state)</a:t>
            </a:r>
          </a:p>
          <a:p>
            <a:pPr marL="342900"/>
            <a:r>
              <a:rPr lang="en-US">
                <a:solidFill>
                  <a:schemeClr val="tx1"/>
                </a:solidFill>
                <a:latin typeface="Courier New" panose="02070309020205020404" pitchFamily="49" charset="0"/>
                <a:cs typeface="Courier New" panose="02070309020205020404" pitchFamily="49" charset="0"/>
              </a:rPr>
              <a:t>	</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pacific_states</a:t>
            </a:r>
            <a:r>
              <a:rPr lang="en-US">
                <a:solidFill>
                  <a:schemeClr val="tx1"/>
                </a:solidFill>
                <a:latin typeface="Courier New" panose="02070309020205020404" pitchFamily="49" charset="0"/>
                <a:cs typeface="Courier New" panose="02070309020205020404" pitchFamily="49" charset="0"/>
              </a:rPr>
              <a:t>)</a:t>
            </a:r>
          </a:p>
        </p:txBody>
      </p:sp>
      <p:sp>
        <p:nvSpPr>
          <p:cNvPr id="9" name="Content Placeholder 4">
            <a:extLst>
              <a:ext uri="{FF2B5EF4-FFF2-40B4-BE49-F238E27FC236}">
                <a16:creationId xmlns:a16="http://schemas.microsoft.com/office/drawing/2014/main" id="{5A3C5E27-BAED-72FE-2C70-AE64DF865BBB}"/>
              </a:ext>
            </a:extLst>
          </p:cNvPr>
          <p:cNvSpPr txBox="1">
            <a:spLocks/>
          </p:cNvSpPr>
          <p:nvPr/>
        </p:nvSpPr>
        <p:spPr>
          <a:xfrm>
            <a:off x="396873" y="3501391"/>
            <a:ext cx="11398254" cy="365125"/>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You can simplify with a list comprehension:</a:t>
            </a:r>
          </a:p>
        </p:txBody>
      </p:sp>
      <p:sp>
        <p:nvSpPr>
          <p:cNvPr id="10" name="Flowchart: Alternate Process 9">
            <a:extLst>
              <a:ext uri="{FF2B5EF4-FFF2-40B4-BE49-F238E27FC236}">
                <a16:creationId xmlns:a16="http://schemas.microsoft.com/office/drawing/2014/main" id="{6632BF68-6708-DCB0-1615-77E4BFC0B978}"/>
              </a:ext>
            </a:extLst>
          </p:cNvPr>
          <p:cNvSpPr/>
          <p:nvPr/>
        </p:nvSpPr>
        <p:spPr>
          <a:xfrm>
            <a:off x="396873" y="3992505"/>
            <a:ext cx="11053482" cy="20116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pacific_states</a:t>
            </a:r>
            <a:r>
              <a:rPr lang="en-US">
                <a:solidFill>
                  <a:schemeClr val="tx1"/>
                </a:solidFill>
                <a:latin typeface="Courier New" panose="02070309020205020404" pitchFamily="49" charset="0"/>
                <a:cs typeface="Courier New" panose="02070309020205020404" pitchFamily="49" charset="0"/>
              </a:rPr>
              <a:t> = [state </a:t>
            </a:r>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state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united states </a:t>
            </a:r>
            <a:r>
              <a:rPr lang="en-US" b="1">
                <a:solidFill>
                  <a:schemeClr val="tx1"/>
                </a:solidFill>
                <a:latin typeface="Courier New" panose="02070309020205020404" pitchFamily="49" charset="0"/>
                <a:cs typeface="Courier New" panose="02070309020205020404" pitchFamily="49" charset="0"/>
              </a:rPr>
              <a:t>if </a:t>
            </a:r>
            <a:r>
              <a:rPr lang="en-US">
                <a:solidFill>
                  <a:schemeClr val="tx1"/>
                </a:solidFill>
                <a:latin typeface="Courier New" panose="02070309020205020404" pitchFamily="49" charset="0"/>
                <a:cs typeface="Courier New" panose="02070309020205020404" pitchFamily="49" charset="0"/>
              </a:rPr>
              <a:t>state </a:t>
            </a:r>
            <a:r>
              <a:rPr lang="en-US" b="1">
                <a:solidFill>
                  <a:schemeClr val="tx1"/>
                </a:solidFill>
                <a:latin typeface="Courier New" panose="02070309020205020404" pitchFamily="49" charset="0"/>
                <a:cs typeface="Courier New" panose="02070309020205020404" pitchFamily="49" charset="0"/>
              </a:rPr>
              <a:t>in </a:t>
            </a:r>
            <a:r>
              <a:rPr lang="en-US">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Alaska</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California</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Hawaii</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Oregon</a:t>
            </a:r>
            <a:r>
              <a:rPr lang="en-US" err="1">
                <a:solidFill>
                  <a:schemeClr val="tx1"/>
                </a:solidFill>
                <a:latin typeface="Courier New" panose="02070309020205020404" pitchFamily="49" charset="0"/>
                <a:cs typeface="Courier New" panose="02070309020205020404" pitchFamily="49" charset="0"/>
              </a:rPr>
              <a:t>",</a:t>
            </a:r>
            <a:r>
              <a:rPr lang="en-US" b="1"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Washington</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714147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46D762-14CE-F16B-85E9-33D58368F77B}"/>
              </a:ext>
            </a:extLst>
          </p:cNvPr>
          <p:cNvSpPr>
            <a:spLocks noGrp="1"/>
          </p:cNvSpPr>
          <p:nvPr>
            <p:ph type="sldNum" sz="quarter" idx="12"/>
          </p:nvPr>
        </p:nvSpPr>
        <p:spPr/>
        <p:txBody>
          <a:bodyPr/>
          <a:lstStyle/>
          <a:p>
            <a:fld id="{DFA4CD3D-26C8-47FF-8D13-9B32BAAB4735}" type="slidenum">
              <a:rPr lang="en-US" smtClean="0"/>
              <a:t>73</a:t>
            </a:fld>
            <a:endParaRPr lang="en-US"/>
          </a:p>
        </p:txBody>
      </p:sp>
      <p:sp>
        <p:nvSpPr>
          <p:cNvPr id="3" name="Title 2">
            <a:extLst>
              <a:ext uri="{FF2B5EF4-FFF2-40B4-BE49-F238E27FC236}">
                <a16:creationId xmlns:a16="http://schemas.microsoft.com/office/drawing/2014/main" id="{19744BF1-ABEB-0111-1C34-98BB359E870C}"/>
              </a:ext>
            </a:extLst>
          </p:cNvPr>
          <p:cNvSpPr>
            <a:spLocks noGrp="1"/>
          </p:cNvSpPr>
          <p:nvPr>
            <p:ph type="title"/>
          </p:nvPr>
        </p:nvSpPr>
        <p:spPr/>
        <p:txBody>
          <a:bodyPr/>
          <a:lstStyle/>
          <a:p>
            <a:r>
              <a:rPr lang="en-US"/>
              <a:t>Dictionaries</a:t>
            </a:r>
          </a:p>
        </p:txBody>
      </p:sp>
      <p:sp>
        <p:nvSpPr>
          <p:cNvPr id="5" name="Content Placeholder 4">
            <a:extLst>
              <a:ext uri="{FF2B5EF4-FFF2-40B4-BE49-F238E27FC236}">
                <a16:creationId xmlns:a16="http://schemas.microsoft.com/office/drawing/2014/main" id="{3E6A7AD0-FC0F-E44F-C3F1-27331D753DAA}"/>
              </a:ext>
            </a:extLst>
          </p:cNvPr>
          <p:cNvSpPr>
            <a:spLocks noGrp="1"/>
          </p:cNvSpPr>
          <p:nvPr>
            <p:ph idx="1"/>
          </p:nvPr>
        </p:nvSpPr>
        <p:spPr>
          <a:xfrm>
            <a:off x="396873" y="1737808"/>
            <a:ext cx="11398254" cy="4015454"/>
          </a:xfrm>
        </p:spPr>
        <p:txBody>
          <a:bodyPr/>
          <a:lstStyle/>
          <a:p>
            <a:r>
              <a:rPr lang="en-US"/>
              <a:t>A </a:t>
            </a:r>
            <a:r>
              <a:rPr lang="en-US" b="1"/>
              <a:t>dictionary</a:t>
            </a:r>
            <a:r>
              <a:rPr lang="en-US"/>
              <a:t> is a collection of unordered, changeable (mutable) key-value pairs. Each key is unique and maps to a specific value. Dictionaries are enclosed in curly braces </a:t>
            </a:r>
            <a:r>
              <a:rPr lang="en-US" b="1">
                <a:solidFill>
                  <a:srgbClr val="7030A0"/>
                </a:solidFill>
              </a:rPr>
              <a:t>{ }</a:t>
            </a:r>
            <a:r>
              <a:rPr lang="en-US"/>
              <a:t>, with a key and value separated by a colon </a:t>
            </a:r>
            <a:r>
              <a:rPr lang="en-US" b="1"/>
              <a:t>:</a:t>
            </a:r>
            <a:r>
              <a:rPr lang="en-US"/>
              <a:t> and each pair separated by a comma.</a:t>
            </a:r>
          </a:p>
        </p:txBody>
      </p:sp>
      <p:sp>
        <p:nvSpPr>
          <p:cNvPr id="7" name="Flowchart: Alternate Process 6">
            <a:extLst>
              <a:ext uri="{FF2B5EF4-FFF2-40B4-BE49-F238E27FC236}">
                <a16:creationId xmlns:a16="http://schemas.microsoft.com/office/drawing/2014/main" id="{3546149C-BC9C-C77A-22E2-2D46D28A093B}"/>
              </a:ext>
            </a:extLst>
          </p:cNvPr>
          <p:cNvSpPr/>
          <p:nvPr/>
        </p:nvSpPr>
        <p:spPr>
          <a:xfrm>
            <a:off x="396873" y="3272380"/>
            <a:ext cx="11053482" cy="219456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university_facts</a:t>
            </a:r>
            <a:r>
              <a:rPr lang="en-US">
                <a:solidFill>
                  <a:schemeClr val="tx1"/>
                </a:solidFill>
                <a:latin typeface="Courier New" panose="02070309020205020404" pitchFamily="49" charset="0"/>
                <a:cs typeface="Courier New" panose="02070309020205020404" pitchFamily="49" charset="0"/>
              </a:rPr>
              <a:t> = {"</a:t>
            </a:r>
            <a:r>
              <a:rPr lang="en-US" err="1">
                <a:solidFill>
                  <a:srgbClr val="00B050"/>
                </a:solidFill>
                <a:latin typeface="Courier New" panose="02070309020205020404" pitchFamily="49" charset="0"/>
                <a:cs typeface="Courier New" panose="02070309020205020404" pitchFamily="49" charset="0"/>
              </a:rPr>
              <a:t>institution_name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The Ohio State University</a:t>
            </a:r>
            <a:r>
              <a:rPr lang="en-US">
                <a:solidFill>
                  <a:schemeClr val="tx1"/>
                </a:solidFill>
                <a:latin typeface="Courier New" panose="02070309020205020404" pitchFamily="49" charset="0"/>
                <a:cs typeface="Courier New" panose="02070309020205020404" pitchFamily="49" charset="0"/>
              </a:rPr>
              <a:t>",</a:t>
            </a:r>
          </a:p>
          <a:p>
            <a:pPr marL="2743200" indent="-2743200"/>
            <a:r>
              <a:rPr lang="en-US">
                <a:solidFill>
                  <a:schemeClr val="tx1"/>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year_founded</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1870</a:t>
            </a:r>
            <a:r>
              <a:rPr lang="en-US">
                <a:solidFill>
                  <a:schemeClr val="tx1"/>
                </a:solidFill>
                <a:latin typeface="Courier New" panose="02070309020205020404" pitchFamily="49" charset="0"/>
                <a:cs typeface="Courier New" panose="02070309020205020404" pitchFamily="49" charset="0"/>
              </a:rPr>
              <a:t>,</a:t>
            </a:r>
          </a:p>
          <a:p>
            <a:pPr marL="2743200" indent="-2743200"/>
            <a:r>
              <a:rPr lang="en-US">
                <a:solidFill>
                  <a:schemeClr val="tx1"/>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school_colors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scarlet &amp; gray</a:t>
            </a:r>
            <a:r>
              <a:rPr lang="en-US">
                <a:solidFill>
                  <a:schemeClr val="tx1"/>
                </a:solidFill>
                <a:latin typeface="Courier New" panose="02070309020205020404" pitchFamily="49" charset="0"/>
                <a:cs typeface="Courier New" panose="02070309020205020404" pitchFamily="49" charset="0"/>
              </a:rPr>
              <a:t>",</a:t>
            </a:r>
          </a:p>
          <a:p>
            <a:pPr marL="2743200" indent="-2743200"/>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mascot</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Brutus Buckeye</a:t>
            </a:r>
            <a:r>
              <a:rPr lang="en-US">
                <a:solidFill>
                  <a:schemeClr val="tx1"/>
                </a:solidFill>
                <a:latin typeface="Courier New" panose="02070309020205020404" pitchFamily="49" charset="0"/>
                <a:cs typeface="Courier New" panose="02070309020205020404" pitchFamily="49" charset="0"/>
              </a:rPr>
              <a:t>",</a:t>
            </a:r>
          </a:p>
          <a:p>
            <a:pPr marL="2743200" indent="-2743200"/>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students</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60046</a:t>
            </a:r>
            <a:r>
              <a:rPr lang="en-US">
                <a:solidFill>
                  <a:schemeClr val="tx1"/>
                </a:solidFill>
                <a:latin typeface="Courier New" panose="02070309020205020404" pitchFamily="49" charset="0"/>
                <a:cs typeface="Courier New" panose="02070309020205020404" pitchFamily="49" charset="0"/>
              </a:rPr>
              <a:t>,</a:t>
            </a:r>
          </a:p>
          <a:p>
            <a:pPr marL="2743200" indent="-2743200"/>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endowment</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7.9</a:t>
            </a:r>
            <a:r>
              <a:rPr lang="en-US">
                <a:solidFill>
                  <a:schemeClr val="tx1"/>
                </a:solidFill>
                <a:latin typeface="Courier New" panose="02070309020205020404" pitchFamily="49" charset="0"/>
                <a:cs typeface="Courier New" panose="02070309020205020404" pitchFamily="49" charset="0"/>
              </a:rPr>
              <a:t> }</a:t>
            </a:r>
          </a:p>
          <a:p>
            <a:pPr marL="2743200" indent="-2743200"/>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university_facts</a:t>
            </a:r>
            <a:r>
              <a:rPr lang="en-US">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632702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6983EF-AC7D-9A9A-25F0-36B2779166A9}"/>
              </a:ext>
            </a:extLst>
          </p:cNvPr>
          <p:cNvSpPr>
            <a:spLocks noGrp="1"/>
          </p:cNvSpPr>
          <p:nvPr>
            <p:ph type="sldNum" sz="quarter" idx="12"/>
          </p:nvPr>
        </p:nvSpPr>
        <p:spPr/>
        <p:txBody>
          <a:bodyPr/>
          <a:lstStyle/>
          <a:p>
            <a:fld id="{DFA4CD3D-26C8-47FF-8D13-9B32BAAB4735}" type="slidenum">
              <a:rPr lang="en-US" smtClean="0"/>
              <a:t>74</a:t>
            </a:fld>
            <a:endParaRPr lang="en-US"/>
          </a:p>
        </p:txBody>
      </p:sp>
      <p:sp>
        <p:nvSpPr>
          <p:cNvPr id="3" name="Title 2">
            <a:extLst>
              <a:ext uri="{FF2B5EF4-FFF2-40B4-BE49-F238E27FC236}">
                <a16:creationId xmlns:a16="http://schemas.microsoft.com/office/drawing/2014/main" id="{07D4EA9B-B1E1-92AD-E08F-52539553A110}"/>
              </a:ext>
            </a:extLst>
          </p:cNvPr>
          <p:cNvSpPr>
            <a:spLocks noGrp="1"/>
          </p:cNvSpPr>
          <p:nvPr>
            <p:ph type="title"/>
          </p:nvPr>
        </p:nvSpPr>
        <p:spPr/>
        <p:txBody>
          <a:bodyPr/>
          <a:lstStyle/>
          <a:p>
            <a:r>
              <a:rPr lang="en-US"/>
              <a:t>Accessing dictionary data</a:t>
            </a:r>
          </a:p>
        </p:txBody>
      </p:sp>
      <p:sp>
        <p:nvSpPr>
          <p:cNvPr id="5" name="Content Placeholder 4">
            <a:extLst>
              <a:ext uri="{FF2B5EF4-FFF2-40B4-BE49-F238E27FC236}">
                <a16:creationId xmlns:a16="http://schemas.microsoft.com/office/drawing/2014/main" id="{7D39A7BE-4F8B-AAA8-F286-1E97D1FD6D0A}"/>
              </a:ext>
            </a:extLst>
          </p:cNvPr>
          <p:cNvSpPr>
            <a:spLocks noGrp="1"/>
          </p:cNvSpPr>
          <p:nvPr>
            <p:ph idx="1"/>
          </p:nvPr>
        </p:nvSpPr>
        <p:spPr>
          <a:xfrm>
            <a:off x="396873" y="2074421"/>
            <a:ext cx="11398254" cy="914400"/>
          </a:xfrm>
        </p:spPr>
        <p:txBody>
          <a:bodyPr/>
          <a:lstStyle/>
          <a:p>
            <a:r>
              <a:rPr lang="en-US" b="1"/>
              <a:t>Keys</a:t>
            </a:r>
          </a:p>
          <a:p>
            <a:r>
              <a:rPr lang="en-US"/>
              <a:t>Use </a:t>
            </a:r>
            <a:r>
              <a:rPr lang="en-US" b="1">
                <a:solidFill>
                  <a:srgbClr val="7030A0"/>
                </a:solidFill>
              </a:rPr>
              <a:t>.keys( ) </a:t>
            </a:r>
            <a:r>
              <a:rPr lang="en-US"/>
              <a:t>to get a list of all keys.</a:t>
            </a:r>
          </a:p>
        </p:txBody>
      </p:sp>
      <p:sp>
        <p:nvSpPr>
          <p:cNvPr id="7" name="Content Placeholder 4">
            <a:extLst>
              <a:ext uri="{FF2B5EF4-FFF2-40B4-BE49-F238E27FC236}">
                <a16:creationId xmlns:a16="http://schemas.microsoft.com/office/drawing/2014/main" id="{C43BF255-0D27-CA75-AA13-9FCB25FCF4AB}"/>
              </a:ext>
            </a:extLst>
          </p:cNvPr>
          <p:cNvSpPr txBox="1">
            <a:spLocks/>
          </p:cNvSpPr>
          <p:nvPr/>
        </p:nvSpPr>
        <p:spPr>
          <a:xfrm>
            <a:off x="396872" y="3782634"/>
            <a:ext cx="11398254" cy="9144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Values</a:t>
            </a:r>
          </a:p>
          <a:p>
            <a:r>
              <a:rPr lang="en-US"/>
              <a:t>Use </a:t>
            </a:r>
            <a:r>
              <a:rPr lang="en-US" b="1">
                <a:solidFill>
                  <a:srgbClr val="7030A0"/>
                </a:solidFill>
              </a:rPr>
              <a:t>.values( ) </a:t>
            </a:r>
            <a:r>
              <a:rPr lang="en-US"/>
              <a:t>to get a list of all values.</a:t>
            </a:r>
          </a:p>
        </p:txBody>
      </p:sp>
      <p:sp>
        <p:nvSpPr>
          <p:cNvPr id="8" name="Flowchart: Alternate Process 7">
            <a:extLst>
              <a:ext uri="{FF2B5EF4-FFF2-40B4-BE49-F238E27FC236}">
                <a16:creationId xmlns:a16="http://schemas.microsoft.com/office/drawing/2014/main" id="{08A2DDAE-8CCC-B31E-7B20-B25F8497FC5F}"/>
              </a:ext>
            </a:extLst>
          </p:cNvPr>
          <p:cNvSpPr/>
          <p:nvPr/>
        </p:nvSpPr>
        <p:spPr>
          <a:xfrm>
            <a:off x="396872" y="2988821"/>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university_facts.keys</a:t>
            </a:r>
            <a:r>
              <a:rPr lang="en-US">
                <a:solidFill>
                  <a:schemeClr val="tx1"/>
                </a:solidFill>
                <a:latin typeface="Courier New" panose="02070309020205020404" pitchFamily="49" charset="0"/>
                <a:cs typeface="Courier New" panose="02070309020205020404" pitchFamily="49" charset="0"/>
              </a:rPr>
              <a:t>()	</a:t>
            </a:r>
          </a:p>
        </p:txBody>
      </p:sp>
      <p:sp>
        <p:nvSpPr>
          <p:cNvPr id="9" name="Flowchart: Alternate Process 8">
            <a:extLst>
              <a:ext uri="{FF2B5EF4-FFF2-40B4-BE49-F238E27FC236}">
                <a16:creationId xmlns:a16="http://schemas.microsoft.com/office/drawing/2014/main" id="{E726BB48-71BC-0875-1B2C-8AE5ED57D8F1}"/>
              </a:ext>
            </a:extLst>
          </p:cNvPr>
          <p:cNvSpPr/>
          <p:nvPr/>
        </p:nvSpPr>
        <p:spPr>
          <a:xfrm>
            <a:off x="396872" y="4697034"/>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university_facts.values</a:t>
            </a:r>
            <a:r>
              <a:rPr lang="en-US">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8449306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91675-6E5F-B1D6-2A70-F74D9848F8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EB476D-B1EF-8903-3D73-7C3E7C94C6EB}"/>
              </a:ext>
            </a:extLst>
          </p:cNvPr>
          <p:cNvSpPr>
            <a:spLocks noGrp="1"/>
          </p:cNvSpPr>
          <p:nvPr>
            <p:ph type="sldNum" sz="quarter" idx="12"/>
          </p:nvPr>
        </p:nvSpPr>
        <p:spPr/>
        <p:txBody>
          <a:bodyPr/>
          <a:lstStyle/>
          <a:p>
            <a:fld id="{DFA4CD3D-26C8-47FF-8D13-9B32BAAB4735}" type="slidenum">
              <a:rPr lang="en-US" smtClean="0"/>
              <a:t>75</a:t>
            </a:fld>
            <a:endParaRPr lang="en-US"/>
          </a:p>
        </p:txBody>
      </p:sp>
      <p:sp>
        <p:nvSpPr>
          <p:cNvPr id="5" name="Content Placeholder 4">
            <a:extLst>
              <a:ext uri="{FF2B5EF4-FFF2-40B4-BE49-F238E27FC236}">
                <a16:creationId xmlns:a16="http://schemas.microsoft.com/office/drawing/2014/main" id="{9853F9FB-310B-5FCD-B601-46B558C4C724}"/>
              </a:ext>
            </a:extLst>
          </p:cNvPr>
          <p:cNvSpPr>
            <a:spLocks noGrp="1"/>
          </p:cNvSpPr>
          <p:nvPr>
            <p:ph idx="1"/>
          </p:nvPr>
        </p:nvSpPr>
        <p:spPr>
          <a:xfrm>
            <a:off x="396873" y="598046"/>
            <a:ext cx="11398254" cy="914400"/>
          </a:xfrm>
        </p:spPr>
        <p:txBody>
          <a:bodyPr/>
          <a:lstStyle/>
          <a:p>
            <a:r>
              <a:rPr lang="en-US" b="1"/>
              <a:t>Access a value</a:t>
            </a:r>
          </a:p>
          <a:p>
            <a:r>
              <a:rPr lang="en-US"/>
              <a:t>Use the key inside square brackets.</a:t>
            </a:r>
          </a:p>
        </p:txBody>
      </p:sp>
      <p:sp>
        <p:nvSpPr>
          <p:cNvPr id="8" name="Flowchart: Alternate Process 7">
            <a:extLst>
              <a:ext uri="{FF2B5EF4-FFF2-40B4-BE49-F238E27FC236}">
                <a16:creationId xmlns:a16="http://schemas.microsoft.com/office/drawing/2014/main" id="{B3258371-2C97-89E5-FE24-0B05C483D43C}"/>
              </a:ext>
            </a:extLst>
          </p:cNvPr>
          <p:cNvSpPr/>
          <p:nvPr/>
        </p:nvSpPr>
        <p:spPr>
          <a:xfrm>
            <a:off x="396873" y="1664846"/>
            <a:ext cx="11053482" cy="164592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first_president</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name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Edward Francis Baxter Orton Sr</a:t>
            </a:r>
            <a:r>
              <a:rPr lang="en-US">
                <a:solidFill>
                  <a:schemeClr val="tx1"/>
                </a:solidFill>
                <a:latin typeface="Courier New" panose="02070309020205020404" pitchFamily="49" charset="0"/>
                <a:cs typeface="Courier New" panose="02070309020205020404" pitchFamily="49" charset="0"/>
              </a:rPr>
              <a:t>",</a:t>
            </a:r>
          </a:p>
          <a:p>
            <a:pPr marL="2571750" indent="-2571750"/>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tenure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1873-1881</a:t>
            </a:r>
            <a:r>
              <a:rPr lang="en-US">
                <a:solidFill>
                  <a:schemeClr val="tx1"/>
                </a:solidFill>
                <a:latin typeface="Courier New" panose="02070309020205020404" pitchFamily="49" charset="0"/>
                <a:cs typeface="Courier New" panose="02070309020205020404" pitchFamily="49" charset="0"/>
              </a:rPr>
              <a:t>"}</a:t>
            </a:r>
          </a:p>
          <a:p>
            <a:pPr marL="2571750" indent="-2571750"/>
            <a:endParaRPr lang="en-US">
              <a:solidFill>
                <a:schemeClr val="tx1"/>
              </a:solidFill>
              <a:latin typeface="Courier New" panose="02070309020205020404" pitchFamily="49" charset="0"/>
              <a:cs typeface="Courier New" panose="02070309020205020404" pitchFamily="49" charset="0"/>
            </a:endParaRPr>
          </a:p>
          <a:p>
            <a:pPr marL="2571750" indent="-2571750"/>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first_president</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name</a:t>
            </a:r>
            <a:r>
              <a:rPr lang="en-US">
                <a:solidFill>
                  <a:schemeClr val="tx1"/>
                </a:solidFill>
                <a:latin typeface="Courier New" panose="02070309020205020404" pitchFamily="49" charset="0"/>
                <a:cs typeface="Courier New" panose="02070309020205020404" pitchFamily="49" charset="0"/>
              </a:rPr>
              <a:t>"])</a:t>
            </a:r>
          </a:p>
          <a:p>
            <a:pPr marL="2571750" indent="-2571750"/>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first_president</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tenure</a:t>
            </a:r>
            <a:r>
              <a:rPr lang="en-US">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080361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710C89-E206-0F78-4F82-25FA4B9E0D7D}"/>
              </a:ext>
            </a:extLst>
          </p:cNvPr>
          <p:cNvSpPr>
            <a:spLocks noGrp="1"/>
          </p:cNvSpPr>
          <p:nvPr>
            <p:ph type="sldNum" sz="quarter" idx="12"/>
          </p:nvPr>
        </p:nvSpPr>
        <p:spPr/>
        <p:txBody>
          <a:bodyPr/>
          <a:lstStyle/>
          <a:p>
            <a:fld id="{DFA4CD3D-26C8-47FF-8D13-9B32BAAB4735}" type="slidenum">
              <a:rPr lang="en-US" smtClean="0"/>
              <a:t>76</a:t>
            </a:fld>
            <a:endParaRPr lang="en-US"/>
          </a:p>
        </p:txBody>
      </p:sp>
      <p:sp>
        <p:nvSpPr>
          <p:cNvPr id="3" name="Title 2">
            <a:extLst>
              <a:ext uri="{FF2B5EF4-FFF2-40B4-BE49-F238E27FC236}">
                <a16:creationId xmlns:a16="http://schemas.microsoft.com/office/drawing/2014/main" id="{12E4B6DE-66A4-C65A-1BC4-FAE09E5F25C0}"/>
              </a:ext>
            </a:extLst>
          </p:cNvPr>
          <p:cNvSpPr>
            <a:spLocks noGrp="1"/>
          </p:cNvSpPr>
          <p:nvPr>
            <p:ph type="title"/>
          </p:nvPr>
        </p:nvSpPr>
        <p:spPr/>
        <p:txBody>
          <a:bodyPr/>
          <a:lstStyle/>
          <a:p>
            <a:r>
              <a:rPr lang="en-US"/>
              <a:t>Modifying and adding data</a:t>
            </a:r>
          </a:p>
        </p:txBody>
      </p:sp>
      <p:sp>
        <p:nvSpPr>
          <p:cNvPr id="5" name="Content Placeholder 4">
            <a:extLst>
              <a:ext uri="{FF2B5EF4-FFF2-40B4-BE49-F238E27FC236}">
                <a16:creationId xmlns:a16="http://schemas.microsoft.com/office/drawing/2014/main" id="{3DF0DCD7-8919-E77E-2477-6BA0E4804813}"/>
              </a:ext>
            </a:extLst>
          </p:cNvPr>
          <p:cNvSpPr>
            <a:spLocks noGrp="1"/>
          </p:cNvSpPr>
          <p:nvPr>
            <p:ph idx="1"/>
          </p:nvPr>
        </p:nvSpPr>
        <p:spPr>
          <a:xfrm>
            <a:off x="396873" y="2074421"/>
            <a:ext cx="11398254" cy="640080"/>
          </a:xfrm>
        </p:spPr>
        <p:txBody>
          <a:bodyPr/>
          <a:lstStyle/>
          <a:p>
            <a:r>
              <a:rPr lang="en-US" b="1"/>
              <a:t>Add a new key-value pair</a:t>
            </a:r>
          </a:p>
        </p:txBody>
      </p:sp>
      <p:sp>
        <p:nvSpPr>
          <p:cNvPr id="7" name="Flowchart: Alternate Process 6">
            <a:extLst>
              <a:ext uri="{FF2B5EF4-FFF2-40B4-BE49-F238E27FC236}">
                <a16:creationId xmlns:a16="http://schemas.microsoft.com/office/drawing/2014/main" id="{9989B121-CE62-5C9F-D704-6B0AFA841062}"/>
              </a:ext>
            </a:extLst>
          </p:cNvPr>
          <p:cNvSpPr/>
          <p:nvPr/>
        </p:nvSpPr>
        <p:spPr>
          <a:xfrm>
            <a:off x="396873" y="2568643"/>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first_president</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rank</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first president</a:t>
            </a:r>
            <a:r>
              <a:rPr lang="en-US">
                <a:solidFill>
                  <a:schemeClr val="tx1"/>
                </a:solidFill>
                <a:latin typeface="Courier New" panose="02070309020205020404" pitchFamily="49" charset="0"/>
                <a:cs typeface="Courier New" panose="02070309020205020404" pitchFamily="49" charset="0"/>
              </a:rPr>
              <a:t>"</a:t>
            </a:r>
          </a:p>
          <a:p>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first_president</a:t>
            </a:r>
            <a:r>
              <a:rPr lang="en-US">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8517651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D10DA-37B5-048F-5679-9085BA9681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BD116B-EDBF-2CAC-E116-1C2ED7EFE373}"/>
              </a:ext>
            </a:extLst>
          </p:cNvPr>
          <p:cNvSpPr>
            <a:spLocks noGrp="1"/>
          </p:cNvSpPr>
          <p:nvPr>
            <p:ph type="sldNum" sz="quarter" idx="12"/>
          </p:nvPr>
        </p:nvSpPr>
        <p:spPr/>
        <p:txBody>
          <a:bodyPr/>
          <a:lstStyle/>
          <a:p>
            <a:fld id="{DFA4CD3D-26C8-47FF-8D13-9B32BAAB4735}" type="slidenum">
              <a:rPr lang="en-US" smtClean="0"/>
              <a:t>77</a:t>
            </a:fld>
            <a:endParaRPr lang="en-US"/>
          </a:p>
        </p:txBody>
      </p:sp>
      <p:sp>
        <p:nvSpPr>
          <p:cNvPr id="5" name="Content Placeholder 4">
            <a:extLst>
              <a:ext uri="{FF2B5EF4-FFF2-40B4-BE49-F238E27FC236}">
                <a16:creationId xmlns:a16="http://schemas.microsoft.com/office/drawing/2014/main" id="{D2A423E9-F739-0F5E-01AC-3D3BCA3DB799}"/>
              </a:ext>
            </a:extLst>
          </p:cNvPr>
          <p:cNvSpPr>
            <a:spLocks noGrp="1"/>
          </p:cNvSpPr>
          <p:nvPr>
            <p:ph idx="1"/>
          </p:nvPr>
        </p:nvSpPr>
        <p:spPr>
          <a:xfrm>
            <a:off x="396873" y="598046"/>
            <a:ext cx="11398254" cy="914400"/>
          </a:xfrm>
        </p:spPr>
        <p:txBody>
          <a:bodyPr/>
          <a:lstStyle/>
          <a:p>
            <a:r>
              <a:rPr lang="en-US" b="1"/>
              <a:t>Start with an empty dictionary</a:t>
            </a:r>
          </a:p>
          <a:p>
            <a:r>
              <a:rPr lang="en-US"/>
              <a:t>You can begin with an empty dictionary and add key-value pairs as needed.</a:t>
            </a:r>
          </a:p>
        </p:txBody>
      </p:sp>
      <p:sp>
        <p:nvSpPr>
          <p:cNvPr id="8" name="Flowchart: Alternate Process 7">
            <a:extLst>
              <a:ext uri="{FF2B5EF4-FFF2-40B4-BE49-F238E27FC236}">
                <a16:creationId xmlns:a16="http://schemas.microsoft.com/office/drawing/2014/main" id="{7271E544-1477-56F5-E32F-BF52A68164FB}"/>
              </a:ext>
            </a:extLst>
          </p:cNvPr>
          <p:cNvSpPr/>
          <p:nvPr/>
        </p:nvSpPr>
        <p:spPr>
          <a:xfrm>
            <a:off x="396873" y="1664846"/>
            <a:ext cx="11053482" cy="2583304"/>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 = {}</a:t>
            </a:r>
          </a:p>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state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Ohio</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nicknames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The Buckeye </a:t>
            </a:r>
            <a:r>
              <a:rPr lang="en-US" err="1">
                <a:solidFill>
                  <a:srgbClr val="00B050"/>
                </a:solidFill>
                <a:latin typeface="Courier New" panose="02070309020205020404" pitchFamily="49" charset="0"/>
                <a:cs typeface="Courier New" panose="02070309020205020404" pitchFamily="49" charset="0"/>
              </a:rPr>
              <a:t>State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Birthplace</a:t>
            </a:r>
            <a:r>
              <a:rPr lang="en-US">
                <a:solidFill>
                  <a:srgbClr val="00B050"/>
                </a:solidFill>
                <a:latin typeface="Courier New" panose="02070309020205020404" pitchFamily="49" charset="0"/>
                <a:cs typeface="Courier New" panose="02070309020205020404" pitchFamily="49" charset="0"/>
              </a:rPr>
              <a:t> of </a:t>
            </a:r>
            <a:r>
              <a:rPr lang="en-US" err="1">
                <a:solidFill>
                  <a:srgbClr val="00B050"/>
                </a:solidFill>
                <a:latin typeface="Courier New" panose="02070309020205020404" pitchFamily="49" charset="0"/>
                <a:cs typeface="Courier New" panose="02070309020205020404" pitchFamily="49" charset="0"/>
              </a:rPr>
              <a:t>Aviation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The</a:t>
            </a:r>
            <a:r>
              <a:rPr lang="en-US">
                <a:solidFill>
                  <a:srgbClr val="00B050"/>
                </a:solidFill>
                <a:latin typeface="Courier New" panose="02070309020205020404" pitchFamily="49" charset="0"/>
                <a:cs typeface="Courier New" panose="02070309020205020404" pitchFamily="49" charset="0"/>
              </a:rPr>
              <a:t> Heart of it All</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capital</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Columbus</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population</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11785935</a:t>
            </a:r>
          </a:p>
          <a:p>
            <a:endParaRPr lang="en-US">
              <a:solidFill>
                <a:schemeClr val="tx1"/>
              </a:solidFill>
              <a:latin typeface="Courier New" panose="02070309020205020404" pitchFamily="49" charset="0"/>
              <a:cs typeface="Courier New" panose="02070309020205020404" pitchFamily="49" charset="0"/>
            </a:endParaRPr>
          </a:p>
          <a:p>
            <a:r>
              <a:rPr lang="en-US" err="1">
                <a:solidFill>
                  <a:schemeClr val="tx1"/>
                </a:solidFill>
                <a:latin typeface="Courier New" panose="02070309020205020404" pitchFamily="49" charset="0"/>
                <a:cs typeface="Courier New" panose="02070309020205020404" pitchFamily="49" charset="0"/>
              </a:rPr>
              <a:t>state_facts</a:t>
            </a:r>
            <a:endParaRPr lang="en-US">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889524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633EE-3969-C186-0829-4BB424964FA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8DF50B-5F9D-596B-B384-F1A89174DCBE}"/>
              </a:ext>
            </a:extLst>
          </p:cNvPr>
          <p:cNvSpPr>
            <a:spLocks noGrp="1"/>
          </p:cNvSpPr>
          <p:nvPr>
            <p:ph type="sldNum" sz="quarter" idx="12"/>
          </p:nvPr>
        </p:nvSpPr>
        <p:spPr/>
        <p:txBody>
          <a:bodyPr/>
          <a:lstStyle/>
          <a:p>
            <a:fld id="{DFA4CD3D-26C8-47FF-8D13-9B32BAAB4735}" type="slidenum">
              <a:rPr lang="en-US" smtClean="0"/>
              <a:t>78</a:t>
            </a:fld>
            <a:endParaRPr lang="en-US"/>
          </a:p>
        </p:txBody>
      </p:sp>
      <p:sp>
        <p:nvSpPr>
          <p:cNvPr id="5" name="Content Placeholder 4">
            <a:extLst>
              <a:ext uri="{FF2B5EF4-FFF2-40B4-BE49-F238E27FC236}">
                <a16:creationId xmlns:a16="http://schemas.microsoft.com/office/drawing/2014/main" id="{5E57C545-9E41-E632-19AC-0B2DEDAAF187}"/>
              </a:ext>
            </a:extLst>
          </p:cNvPr>
          <p:cNvSpPr>
            <a:spLocks noGrp="1"/>
          </p:cNvSpPr>
          <p:nvPr>
            <p:ph idx="1"/>
          </p:nvPr>
        </p:nvSpPr>
        <p:spPr>
          <a:xfrm>
            <a:off x="396873" y="598045"/>
            <a:ext cx="11398254" cy="1125979"/>
          </a:xfrm>
        </p:spPr>
        <p:txBody>
          <a:bodyPr>
            <a:normAutofit lnSpcReduction="10000"/>
          </a:bodyPr>
          <a:lstStyle/>
          <a:p>
            <a:r>
              <a:rPr lang="en-US" b="1"/>
              <a:t>Modify an existing value</a:t>
            </a:r>
          </a:p>
          <a:p>
            <a:r>
              <a:rPr lang="en-US"/>
              <a:t>To update a value in a dictionary, use the dictionary name followed by the key in square brackets, then assign a new value using the </a:t>
            </a:r>
            <a:r>
              <a:rPr lang="en-US" b="1">
                <a:solidFill>
                  <a:srgbClr val="7030A0"/>
                </a:solidFill>
              </a:rPr>
              <a:t>=</a:t>
            </a:r>
            <a:r>
              <a:rPr lang="en-US"/>
              <a:t> sign.</a:t>
            </a:r>
          </a:p>
        </p:txBody>
      </p:sp>
      <p:sp>
        <p:nvSpPr>
          <p:cNvPr id="8" name="Flowchart: Alternate Process 7">
            <a:extLst>
              <a:ext uri="{FF2B5EF4-FFF2-40B4-BE49-F238E27FC236}">
                <a16:creationId xmlns:a16="http://schemas.microsoft.com/office/drawing/2014/main" id="{8F6A2F96-F996-8B17-6391-B5095752E9E3}"/>
              </a:ext>
            </a:extLst>
          </p:cNvPr>
          <p:cNvSpPr/>
          <p:nvPr/>
        </p:nvSpPr>
        <p:spPr>
          <a:xfrm>
            <a:off x="396873" y="1836296"/>
            <a:ext cx="11053482" cy="2583304"/>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state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Michigan</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nicknames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The Great Lake </a:t>
            </a:r>
            <a:r>
              <a:rPr lang="en-US" err="1">
                <a:solidFill>
                  <a:srgbClr val="00B050"/>
                </a:solidFill>
                <a:latin typeface="Courier New" panose="02070309020205020404" pitchFamily="49" charset="0"/>
                <a:cs typeface="Courier New" panose="02070309020205020404" pitchFamily="49" charset="0"/>
              </a:rPr>
              <a:t>State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The</a:t>
            </a:r>
            <a:r>
              <a:rPr lang="en-US">
                <a:solidFill>
                  <a:srgbClr val="00B050"/>
                </a:solidFill>
                <a:latin typeface="Courier New" panose="02070309020205020404" pitchFamily="49" charset="0"/>
                <a:cs typeface="Courier New" panose="02070309020205020404" pitchFamily="49" charset="0"/>
              </a:rPr>
              <a:t> Wolverine </a:t>
            </a:r>
            <a:r>
              <a:rPr lang="en-US" err="1">
                <a:solidFill>
                  <a:srgbClr val="00B050"/>
                </a:solidFill>
                <a:latin typeface="Courier New" panose="02070309020205020404" pitchFamily="49" charset="0"/>
                <a:cs typeface="Courier New" panose="02070309020205020404" pitchFamily="49" charset="0"/>
              </a:rPr>
              <a:t>State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Water</a:t>
            </a:r>
            <a:r>
              <a:rPr lang="en-US">
                <a:solidFill>
                  <a:srgbClr val="00B050"/>
                </a:solidFill>
                <a:latin typeface="Courier New" panose="02070309020205020404" pitchFamily="49" charset="0"/>
                <a:cs typeface="Courier New" panose="02070309020205020404" pitchFamily="49" charset="0"/>
              </a:rPr>
              <a:t> (Winter) Wonderland</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capital</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Lansing</a:t>
            </a:r>
            <a:r>
              <a:rPr lang="en-US">
                <a:solidFill>
                  <a:schemeClr val="tx1"/>
                </a:solidFill>
                <a:latin typeface="Courier New" panose="02070309020205020404" pitchFamily="49" charset="0"/>
                <a:cs typeface="Courier New" panose="02070309020205020404" pitchFamily="49" charset="0"/>
              </a:rPr>
              <a:t>"</a:t>
            </a:r>
          </a:p>
          <a:p>
            <a:r>
              <a:rPr lang="en-US" err="1">
                <a:solidFill>
                  <a:schemeClr val="tx1"/>
                </a:solidFill>
                <a:latin typeface="Courier New" panose="02070309020205020404" pitchFamily="49" charset="0"/>
                <a:cs typeface="Courier New" panose="02070309020205020404" pitchFamily="49" charset="0"/>
              </a:rPr>
              <a:t>state_facts</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population</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10077331</a:t>
            </a:r>
          </a:p>
          <a:p>
            <a:endParaRPr lang="en-US">
              <a:solidFill>
                <a:schemeClr val="tx1"/>
              </a:solidFill>
              <a:latin typeface="Courier New" panose="02070309020205020404" pitchFamily="49" charset="0"/>
              <a:cs typeface="Courier New" panose="02070309020205020404" pitchFamily="49" charset="0"/>
            </a:endParaRPr>
          </a:p>
          <a:p>
            <a:r>
              <a:rPr lang="en-US" err="1">
                <a:solidFill>
                  <a:schemeClr val="tx1"/>
                </a:solidFill>
                <a:latin typeface="Courier New" panose="02070309020205020404" pitchFamily="49" charset="0"/>
                <a:cs typeface="Courier New" panose="02070309020205020404" pitchFamily="49" charset="0"/>
              </a:rPr>
              <a:t>state_facts</a:t>
            </a:r>
            <a:endParaRPr lang="en-US">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884139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3252A-CBA1-9F4E-522D-0BA727CC617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EF0E0A-6E68-DA66-6615-17A2CF6DE437}"/>
              </a:ext>
            </a:extLst>
          </p:cNvPr>
          <p:cNvSpPr>
            <a:spLocks noGrp="1"/>
          </p:cNvSpPr>
          <p:nvPr>
            <p:ph type="sldNum" sz="quarter" idx="12"/>
          </p:nvPr>
        </p:nvSpPr>
        <p:spPr/>
        <p:txBody>
          <a:bodyPr/>
          <a:lstStyle/>
          <a:p>
            <a:fld id="{DFA4CD3D-26C8-47FF-8D13-9B32BAAB4735}" type="slidenum">
              <a:rPr lang="en-US" smtClean="0"/>
              <a:t>79</a:t>
            </a:fld>
            <a:endParaRPr lang="en-US"/>
          </a:p>
        </p:txBody>
      </p:sp>
      <p:sp>
        <p:nvSpPr>
          <p:cNvPr id="5" name="Content Placeholder 4">
            <a:extLst>
              <a:ext uri="{FF2B5EF4-FFF2-40B4-BE49-F238E27FC236}">
                <a16:creationId xmlns:a16="http://schemas.microsoft.com/office/drawing/2014/main" id="{E99DBA79-8DBA-630D-2529-5CB4139BAF76}"/>
              </a:ext>
            </a:extLst>
          </p:cNvPr>
          <p:cNvSpPr>
            <a:spLocks noGrp="1"/>
          </p:cNvSpPr>
          <p:nvPr>
            <p:ph idx="1"/>
          </p:nvPr>
        </p:nvSpPr>
        <p:spPr>
          <a:xfrm>
            <a:off x="396873" y="598045"/>
            <a:ext cx="11398254" cy="1125979"/>
          </a:xfrm>
        </p:spPr>
        <p:txBody>
          <a:bodyPr>
            <a:normAutofit lnSpcReduction="10000"/>
          </a:bodyPr>
          <a:lstStyle/>
          <a:p>
            <a:r>
              <a:rPr lang="en-US" b="1"/>
              <a:t>Nesting dictionaries</a:t>
            </a:r>
          </a:p>
          <a:p>
            <a:r>
              <a:rPr lang="en-US"/>
              <a:t>Dictionaries can contain other dictionaries, allowing for more complex data structures.</a:t>
            </a:r>
          </a:p>
        </p:txBody>
      </p:sp>
      <p:sp>
        <p:nvSpPr>
          <p:cNvPr id="8" name="Flowchart: Alternate Process 7">
            <a:extLst>
              <a:ext uri="{FF2B5EF4-FFF2-40B4-BE49-F238E27FC236}">
                <a16:creationId xmlns:a16="http://schemas.microsoft.com/office/drawing/2014/main" id="{6EC5154E-8238-0B6B-90C6-BEAF715ABD9F}"/>
              </a:ext>
            </a:extLst>
          </p:cNvPr>
          <p:cNvSpPr/>
          <p:nvPr/>
        </p:nvSpPr>
        <p:spPr>
          <a:xfrm>
            <a:off x="396873" y="1809750"/>
            <a:ext cx="11053482" cy="4221605"/>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states={</a:t>
            </a:r>
          </a:p>
          <a:p>
            <a:pPr marL="914400" lvl="1" indent="-457200"/>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state1</a:t>
            </a:r>
            <a:r>
              <a:rPr lang="en-US">
                <a:solidFill>
                  <a:schemeClr val="tx1"/>
                </a:solidFill>
                <a:latin typeface="Courier New" panose="02070309020205020404" pitchFamily="49" charset="0"/>
                <a:cs typeface="Courier New" panose="02070309020205020404" pitchFamily="49" charset="0"/>
              </a:rPr>
              <a:t>" : {"</a:t>
            </a:r>
            <a:r>
              <a:rPr lang="en-US" err="1">
                <a:solidFill>
                  <a:srgbClr val="00B050"/>
                </a:solidFill>
                <a:latin typeface="Courier New" panose="02070309020205020404" pitchFamily="49" charset="0"/>
                <a:cs typeface="Courier New" panose="02070309020205020404" pitchFamily="49" charset="0"/>
              </a:rPr>
              <a:t>name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Ohio</a:t>
            </a:r>
            <a:r>
              <a:rPr lang="en-US">
                <a:solidFill>
                  <a:schemeClr val="tx1"/>
                </a:solidFill>
                <a:latin typeface="Courier New" panose="02070309020205020404" pitchFamily="49" charset="0"/>
                <a:cs typeface="Courier New" panose="02070309020205020404" pitchFamily="49" charset="0"/>
              </a:rPr>
              <a:t>",</a:t>
            </a:r>
          </a:p>
          <a:p>
            <a:pPr marL="2571750" lvl="5" indent="-457200">
              <a:tabLst>
                <a:tab pos="2514600" algn="l"/>
              </a:tabLst>
            </a:pP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nicknames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The Buckeye </a:t>
            </a:r>
            <a:r>
              <a:rPr lang="en-US" err="1">
                <a:solidFill>
                  <a:srgbClr val="00B050"/>
                </a:solidFill>
                <a:latin typeface="Courier New" panose="02070309020205020404" pitchFamily="49" charset="0"/>
                <a:cs typeface="Courier New" panose="02070309020205020404" pitchFamily="49" charset="0"/>
              </a:rPr>
              <a:t>State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Birthplace</a:t>
            </a:r>
            <a:r>
              <a:rPr lang="en-US">
                <a:solidFill>
                  <a:srgbClr val="00B050"/>
                </a:solidFill>
                <a:latin typeface="Courier New" panose="02070309020205020404" pitchFamily="49" charset="0"/>
                <a:cs typeface="Courier New" panose="02070309020205020404" pitchFamily="49" charset="0"/>
              </a:rPr>
              <a:t> of </a:t>
            </a:r>
            <a:r>
              <a:rPr lang="en-US" err="1">
                <a:solidFill>
                  <a:srgbClr val="00B050"/>
                </a:solidFill>
                <a:latin typeface="Courier New" panose="02070309020205020404" pitchFamily="49" charset="0"/>
                <a:cs typeface="Courier New" panose="02070309020205020404" pitchFamily="49" charset="0"/>
              </a:rPr>
              <a:t>Aviation</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The</a:t>
            </a:r>
            <a:r>
              <a:rPr lang="en-US">
                <a:solidFill>
                  <a:srgbClr val="00B050"/>
                </a:solidFill>
                <a:latin typeface="Courier New" panose="02070309020205020404" pitchFamily="49" charset="0"/>
                <a:cs typeface="Courier New" panose="02070309020205020404" pitchFamily="49" charset="0"/>
              </a:rPr>
              <a:t> Heart of it All</a:t>
            </a:r>
            <a:r>
              <a:rPr lang="en-US">
                <a:solidFill>
                  <a:schemeClr val="tx1"/>
                </a:solidFill>
                <a:latin typeface="Courier New" panose="02070309020205020404" pitchFamily="49" charset="0"/>
                <a:cs typeface="Courier New" panose="02070309020205020404" pitchFamily="49" charset="0"/>
              </a:rPr>
              <a:t>"],</a:t>
            </a:r>
          </a:p>
          <a:p>
            <a:pPr marL="2571750" lvl="5" indent="-457200">
              <a:tabLst>
                <a:tab pos="2514600" algn="l"/>
              </a:tabLst>
            </a:pP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capital</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Columbus</a:t>
            </a:r>
            <a:r>
              <a:rPr lang="en-US">
                <a:solidFill>
                  <a:schemeClr val="tx1"/>
                </a:solidFill>
                <a:latin typeface="Courier New" panose="02070309020205020404" pitchFamily="49" charset="0"/>
                <a:cs typeface="Courier New" panose="02070309020205020404" pitchFamily="49" charset="0"/>
              </a:rPr>
              <a:t>"</a:t>
            </a:r>
          </a:p>
          <a:p>
            <a:pPr marL="2571750" lvl="5" indent="-457200">
              <a:tabLst>
                <a:tab pos="2514600" algn="l"/>
              </a:tabLst>
            </a:pP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population</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11785935}</a:t>
            </a:r>
            <a:r>
              <a:rPr lang="en-US">
                <a:solidFill>
                  <a:schemeClr val="tx1"/>
                </a:solidFill>
                <a:latin typeface="Courier New" panose="02070309020205020404" pitchFamily="49" charset="0"/>
                <a:cs typeface="Courier New" panose="02070309020205020404" pitchFamily="49" charset="0"/>
              </a:rPr>
              <a:t>,</a:t>
            </a:r>
          </a:p>
          <a:p>
            <a:pPr marL="914400" lvl="5" indent="-457200">
              <a:tabLst>
                <a:tab pos="2514600" algn="l"/>
              </a:tabLst>
            </a:pP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state2</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name</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Michigan</a:t>
            </a:r>
            <a:r>
              <a:rPr lang="en-US">
                <a:solidFill>
                  <a:schemeClr val="tx1"/>
                </a:solidFill>
                <a:latin typeface="Courier New" panose="02070309020205020404" pitchFamily="49" charset="0"/>
                <a:cs typeface="Courier New" panose="02070309020205020404" pitchFamily="49" charset="0"/>
              </a:rPr>
              <a:t>",</a:t>
            </a:r>
          </a:p>
          <a:p>
            <a:pPr marL="2571750" lvl="5" indent="-457200"/>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nicknames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The Great Lake </a:t>
            </a:r>
            <a:r>
              <a:rPr lang="en-US" err="1">
                <a:solidFill>
                  <a:srgbClr val="00B050"/>
                </a:solidFill>
                <a:latin typeface="Courier New" panose="02070309020205020404" pitchFamily="49" charset="0"/>
                <a:cs typeface="Courier New" panose="02070309020205020404" pitchFamily="49" charset="0"/>
              </a:rPr>
              <a:t>State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The</a:t>
            </a:r>
            <a:r>
              <a:rPr lang="en-US">
                <a:solidFill>
                  <a:srgbClr val="00B050"/>
                </a:solidFill>
                <a:latin typeface="Courier New" panose="02070309020205020404" pitchFamily="49" charset="0"/>
                <a:cs typeface="Courier New" panose="02070309020205020404" pitchFamily="49" charset="0"/>
              </a:rPr>
              <a:t> Wolverine </a:t>
            </a:r>
            <a:r>
              <a:rPr lang="en-US" err="1">
                <a:solidFill>
                  <a:srgbClr val="00B050"/>
                </a:solidFill>
                <a:latin typeface="Courier New" panose="02070309020205020404" pitchFamily="49" charset="0"/>
                <a:cs typeface="Courier New" panose="02070309020205020404" pitchFamily="49" charset="0"/>
              </a:rPr>
              <a:t>State</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Water</a:t>
            </a:r>
            <a:r>
              <a:rPr lang="en-US">
                <a:solidFill>
                  <a:srgbClr val="00B050"/>
                </a:solidFill>
                <a:latin typeface="Courier New" panose="02070309020205020404" pitchFamily="49" charset="0"/>
                <a:cs typeface="Courier New" panose="02070309020205020404" pitchFamily="49" charset="0"/>
              </a:rPr>
              <a:t> (Winter) Wonderland</a:t>
            </a:r>
            <a:r>
              <a:rPr lang="en-US">
                <a:solidFill>
                  <a:schemeClr val="tx1"/>
                </a:solidFill>
                <a:latin typeface="Courier New" panose="02070309020205020404" pitchFamily="49" charset="0"/>
                <a:cs typeface="Courier New" panose="02070309020205020404" pitchFamily="49" charset="0"/>
              </a:rPr>
              <a:t>"],</a:t>
            </a:r>
          </a:p>
          <a:p>
            <a:pPr marL="2114550"/>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capital</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Lansing</a:t>
            </a:r>
            <a:r>
              <a:rPr lang="en-US">
                <a:solidFill>
                  <a:schemeClr val="tx1"/>
                </a:solidFill>
                <a:latin typeface="Courier New" panose="02070309020205020404" pitchFamily="49" charset="0"/>
                <a:cs typeface="Courier New" panose="02070309020205020404" pitchFamily="49" charset="0"/>
              </a:rPr>
              <a:t>",</a:t>
            </a:r>
          </a:p>
          <a:p>
            <a:pPr marL="2114550"/>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population</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10077331</a:t>
            </a:r>
            <a:r>
              <a:rPr lang="en-US">
                <a:solidFill>
                  <a:schemeClr val="tx1"/>
                </a:solidFill>
                <a:latin typeface="Courier New" panose="02070309020205020404" pitchFamily="49" charset="0"/>
                <a:cs typeface="Courier New" panose="02070309020205020404" pitchFamily="49" charset="0"/>
              </a:rPr>
              <a:t>}</a:t>
            </a:r>
          </a:p>
          <a:p>
            <a:pPr marL="457200"/>
            <a:r>
              <a:rPr lang="en-US">
                <a:solidFill>
                  <a:schemeClr val="tx1"/>
                </a:solidFill>
                <a:latin typeface="Courier New" panose="02070309020205020404" pitchFamily="49" charset="0"/>
                <a:cs typeface="Courier New" panose="02070309020205020404" pitchFamily="49" charset="0"/>
              </a:rPr>
              <a:t>}</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a:solidFill>
                  <a:schemeClr val="tx1"/>
                </a:solidFill>
                <a:latin typeface="Courier New" panose="02070309020205020404" pitchFamily="49" charset="0"/>
                <a:cs typeface="Courier New" panose="02070309020205020404" pitchFamily="49" charset="0"/>
              </a:rPr>
              <a:t>states</a:t>
            </a:r>
          </a:p>
        </p:txBody>
      </p:sp>
    </p:spTree>
    <p:extLst>
      <p:ext uri="{BB962C8B-B14F-4D97-AF65-F5344CB8AC3E}">
        <p14:creationId xmlns:p14="http://schemas.microsoft.com/office/powerpoint/2010/main" val="19350621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C69C4-D497-ACC6-639A-1E5DF21DD9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BA206F-8C64-5FCB-A549-C7701CA878BB}"/>
              </a:ext>
            </a:extLst>
          </p:cNvPr>
          <p:cNvSpPr>
            <a:spLocks noGrp="1"/>
          </p:cNvSpPr>
          <p:nvPr>
            <p:ph type="sldNum" sz="quarter" idx="12"/>
          </p:nvPr>
        </p:nvSpPr>
        <p:spPr/>
        <p:txBody>
          <a:bodyPr/>
          <a:lstStyle/>
          <a:p>
            <a:fld id="{DFA4CD3D-26C8-47FF-8D13-9B32BAAB4735}" type="slidenum">
              <a:rPr lang="en-US" smtClean="0"/>
              <a:t>80</a:t>
            </a:fld>
            <a:endParaRPr lang="en-US"/>
          </a:p>
        </p:txBody>
      </p:sp>
      <p:sp>
        <p:nvSpPr>
          <p:cNvPr id="5" name="Content Placeholder 4">
            <a:extLst>
              <a:ext uri="{FF2B5EF4-FFF2-40B4-BE49-F238E27FC236}">
                <a16:creationId xmlns:a16="http://schemas.microsoft.com/office/drawing/2014/main" id="{EF54F876-47CC-C78A-4A63-32705D92E3CA}"/>
              </a:ext>
            </a:extLst>
          </p:cNvPr>
          <p:cNvSpPr>
            <a:spLocks noGrp="1"/>
          </p:cNvSpPr>
          <p:nvPr>
            <p:ph idx="1"/>
          </p:nvPr>
        </p:nvSpPr>
        <p:spPr>
          <a:xfrm>
            <a:off x="396873" y="598045"/>
            <a:ext cx="11398254" cy="868805"/>
          </a:xfrm>
        </p:spPr>
        <p:txBody>
          <a:bodyPr>
            <a:normAutofit lnSpcReduction="10000"/>
          </a:bodyPr>
          <a:lstStyle/>
          <a:p>
            <a:r>
              <a:rPr lang="en-US" b="1"/>
              <a:t>Access a nested dictionary	</a:t>
            </a:r>
          </a:p>
          <a:p>
            <a:r>
              <a:rPr lang="en-US"/>
              <a:t>To access the first state in the dictionary states, use the key for </a:t>
            </a:r>
            <a:r>
              <a:rPr lang="en-US" b="1">
                <a:solidFill>
                  <a:srgbClr val="7030A0"/>
                </a:solidFill>
              </a:rPr>
              <a:t>state1</a:t>
            </a:r>
            <a:r>
              <a:rPr lang="en-US">
                <a:solidFill>
                  <a:schemeClr val="tx1"/>
                </a:solidFill>
              </a:rPr>
              <a:t>.</a:t>
            </a:r>
          </a:p>
        </p:txBody>
      </p:sp>
      <p:sp>
        <p:nvSpPr>
          <p:cNvPr id="8" name="Flowchart: Alternate Process 7">
            <a:extLst>
              <a:ext uri="{FF2B5EF4-FFF2-40B4-BE49-F238E27FC236}">
                <a16:creationId xmlns:a16="http://schemas.microsoft.com/office/drawing/2014/main" id="{7C1CB75A-CDCE-5F32-B78D-973B082123FA}"/>
              </a:ext>
            </a:extLst>
          </p:cNvPr>
          <p:cNvSpPr/>
          <p:nvPr/>
        </p:nvSpPr>
        <p:spPr>
          <a:xfrm>
            <a:off x="396873" y="1590675"/>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states["</a:t>
            </a:r>
            <a:r>
              <a:rPr lang="en-US">
                <a:solidFill>
                  <a:srgbClr val="00B050"/>
                </a:solidFill>
                <a:latin typeface="Courier New" panose="02070309020205020404" pitchFamily="49" charset="0"/>
                <a:cs typeface="Courier New" panose="02070309020205020404" pitchFamily="49" charset="0"/>
              </a:rPr>
              <a:t>state1</a:t>
            </a:r>
            <a:r>
              <a:rPr lang="en-US">
                <a:solidFill>
                  <a:schemeClr val="tx1"/>
                </a:solidFill>
                <a:latin typeface="Courier New" panose="02070309020205020404" pitchFamily="49" charset="0"/>
                <a:cs typeface="Courier New" panose="02070309020205020404" pitchFamily="49" charset="0"/>
              </a:rPr>
              <a:t>"]</a:t>
            </a:r>
          </a:p>
        </p:txBody>
      </p:sp>
      <p:sp>
        <p:nvSpPr>
          <p:cNvPr id="3" name="Content Placeholder 4">
            <a:extLst>
              <a:ext uri="{FF2B5EF4-FFF2-40B4-BE49-F238E27FC236}">
                <a16:creationId xmlns:a16="http://schemas.microsoft.com/office/drawing/2014/main" id="{AF0D2F5C-A785-BD10-B91A-37D78C8CEA31}"/>
              </a:ext>
            </a:extLst>
          </p:cNvPr>
          <p:cNvSpPr txBox="1">
            <a:spLocks/>
          </p:cNvSpPr>
          <p:nvPr/>
        </p:nvSpPr>
        <p:spPr>
          <a:xfrm>
            <a:off x="396873" y="2630872"/>
            <a:ext cx="11398254" cy="1102928"/>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Access a nested value</a:t>
            </a:r>
          </a:p>
          <a:p>
            <a:r>
              <a:rPr lang="en-US"/>
              <a:t>To access the nicknames for the first state in the dictionary states, use the keys for </a:t>
            </a:r>
            <a:r>
              <a:rPr lang="en-US" b="1">
                <a:solidFill>
                  <a:srgbClr val="7030A0"/>
                </a:solidFill>
              </a:rPr>
              <a:t>state1 </a:t>
            </a:r>
            <a:r>
              <a:rPr lang="en-US">
                <a:solidFill>
                  <a:schemeClr val="tx1"/>
                </a:solidFill>
              </a:rPr>
              <a:t>and</a:t>
            </a:r>
            <a:r>
              <a:rPr lang="en-US" b="1">
                <a:solidFill>
                  <a:schemeClr val="tx1"/>
                </a:solidFill>
              </a:rPr>
              <a:t> </a:t>
            </a:r>
            <a:r>
              <a:rPr lang="en-US" b="1">
                <a:solidFill>
                  <a:srgbClr val="7030A0"/>
                </a:solidFill>
              </a:rPr>
              <a:t>nicknames</a:t>
            </a:r>
            <a:r>
              <a:rPr lang="en-US">
                <a:solidFill>
                  <a:schemeClr val="tx1"/>
                </a:solidFill>
              </a:rPr>
              <a:t>.</a:t>
            </a:r>
            <a:endParaRPr lang="en-US"/>
          </a:p>
        </p:txBody>
      </p:sp>
      <p:sp>
        <p:nvSpPr>
          <p:cNvPr id="4" name="Flowchart: Alternate Process 3">
            <a:extLst>
              <a:ext uri="{FF2B5EF4-FFF2-40B4-BE49-F238E27FC236}">
                <a16:creationId xmlns:a16="http://schemas.microsoft.com/office/drawing/2014/main" id="{0F8B24E9-320F-76FC-7DB7-4B6A5C262D73}"/>
              </a:ext>
            </a:extLst>
          </p:cNvPr>
          <p:cNvSpPr/>
          <p:nvPr/>
        </p:nvSpPr>
        <p:spPr>
          <a:xfrm>
            <a:off x="396873" y="3813877"/>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states["</a:t>
            </a:r>
            <a:r>
              <a:rPr lang="en-US">
                <a:solidFill>
                  <a:srgbClr val="00B050"/>
                </a:solidFill>
                <a:latin typeface="Courier New" panose="02070309020205020404" pitchFamily="49" charset="0"/>
                <a:cs typeface="Courier New" panose="02070309020205020404" pitchFamily="49" charset="0"/>
              </a:rPr>
              <a:t>state1</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nicknames</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007263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7B4202-C0D9-8CE1-DBB0-A18C98B70FAB}"/>
              </a:ext>
            </a:extLst>
          </p:cNvPr>
          <p:cNvSpPr>
            <a:spLocks noGrp="1"/>
          </p:cNvSpPr>
          <p:nvPr>
            <p:ph type="sldNum" sz="quarter" idx="12"/>
          </p:nvPr>
        </p:nvSpPr>
        <p:spPr/>
        <p:txBody>
          <a:bodyPr/>
          <a:lstStyle/>
          <a:p>
            <a:fld id="{DFA4CD3D-26C8-47FF-8D13-9B32BAAB4735}" type="slidenum">
              <a:rPr lang="en-US" smtClean="0"/>
              <a:t>81</a:t>
            </a:fld>
            <a:endParaRPr lang="en-US"/>
          </a:p>
        </p:txBody>
      </p:sp>
      <p:sp>
        <p:nvSpPr>
          <p:cNvPr id="3" name="Title 2">
            <a:extLst>
              <a:ext uri="{FF2B5EF4-FFF2-40B4-BE49-F238E27FC236}">
                <a16:creationId xmlns:a16="http://schemas.microsoft.com/office/drawing/2014/main" id="{CA3F578A-8390-4218-14BB-C3AE6832893A}"/>
              </a:ext>
            </a:extLst>
          </p:cNvPr>
          <p:cNvSpPr>
            <a:spLocks noGrp="1"/>
          </p:cNvSpPr>
          <p:nvPr>
            <p:ph type="title"/>
          </p:nvPr>
        </p:nvSpPr>
        <p:spPr/>
        <p:txBody>
          <a:bodyPr/>
          <a:lstStyle/>
          <a:p>
            <a:r>
              <a:rPr lang="en-US"/>
              <a:t>Looping through a dictionary</a:t>
            </a:r>
          </a:p>
        </p:txBody>
      </p:sp>
      <p:sp>
        <p:nvSpPr>
          <p:cNvPr id="5" name="Content Placeholder 4">
            <a:extLst>
              <a:ext uri="{FF2B5EF4-FFF2-40B4-BE49-F238E27FC236}">
                <a16:creationId xmlns:a16="http://schemas.microsoft.com/office/drawing/2014/main" id="{4B616EA2-47B9-6E50-FCCF-A1A969B3CD9A}"/>
              </a:ext>
            </a:extLst>
          </p:cNvPr>
          <p:cNvSpPr>
            <a:spLocks noGrp="1"/>
          </p:cNvSpPr>
          <p:nvPr>
            <p:ph idx="1"/>
          </p:nvPr>
        </p:nvSpPr>
        <p:spPr>
          <a:xfrm>
            <a:off x="396873" y="1737808"/>
            <a:ext cx="11398254" cy="2165413"/>
          </a:xfrm>
        </p:spPr>
        <p:txBody>
          <a:bodyPr>
            <a:normAutofit/>
          </a:bodyPr>
          <a:lstStyle/>
          <a:p>
            <a:r>
              <a:rPr lang="en-US"/>
              <a:t>Python provides several ways to iterate through the contents of a dictionary, depending on what you need to access:</a:t>
            </a:r>
          </a:p>
          <a:p>
            <a:endParaRPr lang="en-US"/>
          </a:p>
          <a:p>
            <a:r>
              <a:rPr lang="en-US" b="1"/>
              <a:t>Loop through key-value pairs</a:t>
            </a:r>
          </a:p>
          <a:p>
            <a:r>
              <a:rPr lang="en-US"/>
              <a:t>Use the </a:t>
            </a:r>
            <a:r>
              <a:rPr lang="en-US" b="1">
                <a:solidFill>
                  <a:srgbClr val="7030A0"/>
                </a:solidFill>
              </a:rPr>
              <a:t>.items() </a:t>
            </a:r>
            <a:r>
              <a:rPr lang="en-US"/>
              <a:t>method to access both keys and their corresponding value.</a:t>
            </a:r>
          </a:p>
        </p:txBody>
      </p:sp>
      <p:sp>
        <p:nvSpPr>
          <p:cNvPr id="7" name="Flowchart: Alternate Process 6">
            <a:extLst>
              <a:ext uri="{FF2B5EF4-FFF2-40B4-BE49-F238E27FC236}">
                <a16:creationId xmlns:a16="http://schemas.microsoft.com/office/drawing/2014/main" id="{DF86833D-7600-1EB0-B15B-9C79C21246E6}"/>
              </a:ext>
            </a:extLst>
          </p:cNvPr>
          <p:cNvSpPr/>
          <p:nvPr/>
        </p:nvSpPr>
        <p:spPr>
          <a:xfrm>
            <a:off x="396873" y="4047947"/>
            <a:ext cx="11053482" cy="971727"/>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key, value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states.items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print(f"\</a:t>
            </a:r>
            <a:r>
              <a:rPr lang="en-US" err="1">
                <a:solidFill>
                  <a:schemeClr val="tx1"/>
                </a:solidFill>
                <a:latin typeface="Courier New" panose="02070309020205020404" pitchFamily="49" charset="0"/>
                <a:cs typeface="Courier New" panose="02070309020205020404" pitchFamily="49" charset="0"/>
              </a:rPr>
              <a:t>nKey</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key</a:t>
            </a:r>
            <a:r>
              <a:rPr lang="en-US">
                <a:solidFill>
                  <a:srgbClr val="202324"/>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print(f"\</a:t>
            </a:r>
            <a:r>
              <a:rPr lang="en-US" err="1">
                <a:solidFill>
                  <a:schemeClr val="tx1"/>
                </a:solidFill>
                <a:latin typeface="Courier New" panose="02070309020205020404" pitchFamily="49" charset="0"/>
                <a:cs typeface="Courier New" panose="02070309020205020404" pitchFamily="49" charset="0"/>
              </a:rPr>
              <a:t>nValue</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value</a:t>
            </a:r>
            <a:r>
              <a:rPr lang="en-US">
                <a:solidFill>
                  <a:srgbClr val="202324"/>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870971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050CB-284B-1B0A-59FC-F7AC8063C39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4EB7F6-D3BE-694E-35E1-16655551CA8B}"/>
              </a:ext>
            </a:extLst>
          </p:cNvPr>
          <p:cNvSpPr>
            <a:spLocks noGrp="1"/>
          </p:cNvSpPr>
          <p:nvPr>
            <p:ph type="sldNum" sz="quarter" idx="12"/>
          </p:nvPr>
        </p:nvSpPr>
        <p:spPr/>
        <p:txBody>
          <a:bodyPr/>
          <a:lstStyle/>
          <a:p>
            <a:fld id="{DFA4CD3D-26C8-47FF-8D13-9B32BAAB4735}" type="slidenum">
              <a:rPr lang="en-US" smtClean="0"/>
              <a:t>82</a:t>
            </a:fld>
            <a:endParaRPr lang="en-US"/>
          </a:p>
        </p:txBody>
      </p:sp>
      <p:sp>
        <p:nvSpPr>
          <p:cNvPr id="5" name="Content Placeholder 4">
            <a:extLst>
              <a:ext uri="{FF2B5EF4-FFF2-40B4-BE49-F238E27FC236}">
                <a16:creationId xmlns:a16="http://schemas.microsoft.com/office/drawing/2014/main" id="{CD4C3760-9433-5AC1-E31C-5B3B10680FBA}"/>
              </a:ext>
            </a:extLst>
          </p:cNvPr>
          <p:cNvSpPr>
            <a:spLocks noGrp="1"/>
          </p:cNvSpPr>
          <p:nvPr>
            <p:ph idx="1"/>
          </p:nvPr>
        </p:nvSpPr>
        <p:spPr>
          <a:xfrm>
            <a:off x="396873" y="598045"/>
            <a:ext cx="11398254" cy="868805"/>
          </a:xfrm>
        </p:spPr>
        <p:txBody>
          <a:bodyPr>
            <a:normAutofit lnSpcReduction="10000"/>
          </a:bodyPr>
          <a:lstStyle/>
          <a:p>
            <a:r>
              <a:rPr lang="en-US" b="1"/>
              <a:t>Loop through keys only	</a:t>
            </a:r>
          </a:p>
          <a:p>
            <a:r>
              <a:rPr lang="en-US"/>
              <a:t>Use the </a:t>
            </a:r>
            <a:r>
              <a:rPr lang="en-US" b="1">
                <a:solidFill>
                  <a:srgbClr val="7030A0"/>
                </a:solidFill>
              </a:rPr>
              <a:t>.keys() </a:t>
            </a:r>
            <a:r>
              <a:rPr lang="en-US"/>
              <a:t>method to iterate over just the keys.</a:t>
            </a:r>
            <a:endParaRPr lang="en-US">
              <a:solidFill>
                <a:schemeClr val="tx1"/>
              </a:solidFill>
            </a:endParaRPr>
          </a:p>
        </p:txBody>
      </p:sp>
      <p:sp>
        <p:nvSpPr>
          <p:cNvPr id="8" name="Flowchart: Alternate Process 7">
            <a:extLst>
              <a:ext uri="{FF2B5EF4-FFF2-40B4-BE49-F238E27FC236}">
                <a16:creationId xmlns:a16="http://schemas.microsoft.com/office/drawing/2014/main" id="{7B65F3A2-A4E4-EBB7-6227-7529133A56A0}"/>
              </a:ext>
            </a:extLst>
          </p:cNvPr>
          <p:cNvSpPr/>
          <p:nvPr/>
        </p:nvSpPr>
        <p:spPr>
          <a:xfrm>
            <a:off x="396873" y="1590675"/>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key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states.keys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a:t>
            </a:r>
            <a:r>
              <a:rPr lang="en-US" err="1">
                <a:solidFill>
                  <a:schemeClr val="tx1"/>
                </a:solidFill>
                <a:latin typeface="Courier New" panose="02070309020205020404" pitchFamily="49" charset="0"/>
                <a:cs typeface="Courier New" panose="02070309020205020404" pitchFamily="49" charset="0"/>
              </a:rPr>
              <a:t>f"Key</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key</a:t>
            </a:r>
            <a:r>
              <a:rPr lang="en-US">
                <a:solidFill>
                  <a:srgbClr val="202324"/>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a:t>
            </a:r>
          </a:p>
        </p:txBody>
      </p:sp>
      <p:sp>
        <p:nvSpPr>
          <p:cNvPr id="3" name="Content Placeholder 4">
            <a:extLst>
              <a:ext uri="{FF2B5EF4-FFF2-40B4-BE49-F238E27FC236}">
                <a16:creationId xmlns:a16="http://schemas.microsoft.com/office/drawing/2014/main" id="{D029ABF9-C92B-A2FC-D757-3BB2521CF768}"/>
              </a:ext>
            </a:extLst>
          </p:cNvPr>
          <p:cNvSpPr txBox="1">
            <a:spLocks/>
          </p:cNvSpPr>
          <p:nvPr/>
        </p:nvSpPr>
        <p:spPr>
          <a:xfrm>
            <a:off x="396873" y="2630872"/>
            <a:ext cx="11398254" cy="110292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Loop through the values only</a:t>
            </a:r>
          </a:p>
          <a:p>
            <a:r>
              <a:rPr lang="en-US"/>
              <a:t>Use the </a:t>
            </a:r>
            <a:r>
              <a:rPr lang="en-US" b="1">
                <a:solidFill>
                  <a:srgbClr val="7030A0"/>
                </a:solidFill>
              </a:rPr>
              <a:t>.values() </a:t>
            </a:r>
            <a:r>
              <a:rPr lang="en-US"/>
              <a:t>method to iterate over just the values.</a:t>
            </a:r>
          </a:p>
        </p:txBody>
      </p:sp>
      <p:sp>
        <p:nvSpPr>
          <p:cNvPr id="4" name="Flowchart: Alternate Process 3">
            <a:extLst>
              <a:ext uri="{FF2B5EF4-FFF2-40B4-BE49-F238E27FC236}">
                <a16:creationId xmlns:a16="http://schemas.microsoft.com/office/drawing/2014/main" id="{28B58F6C-3F02-DD3E-9E61-8CAFCF7AA02B}"/>
              </a:ext>
            </a:extLst>
          </p:cNvPr>
          <p:cNvSpPr/>
          <p:nvPr/>
        </p:nvSpPr>
        <p:spPr>
          <a:xfrm>
            <a:off x="396873" y="3813877"/>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value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states.values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a:t>
            </a:r>
            <a:r>
              <a:rPr lang="en-US" err="1">
                <a:solidFill>
                  <a:schemeClr val="tx1"/>
                </a:solidFill>
                <a:latin typeface="Courier New" panose="02070309020205020404" pitchFamily="49" charset="0"/>
                <a:cs typeface="Courier New" panose="02070309020205020404" pitchFamily="49" charset="0"/>
              </a:rPr>
              <a:t>f"Value</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value</a:t>
            </a:r>
            <a:r>
              <a:rPr lang="en-US">
                <a:solidFill>
                  <a:srgbClr val="202324"/>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a:t>
            </a:r>
          </a:p>
        </p:txBody>
      </p:sp>
      <p:sp>
        <p:nvSpPr>
          <p:cNvPr id="7" name="Content Placeholder 4">
            <a:extLst>
              <a:ext uri="{FF2B5EF4-FFF2-40B4-BE49-F238E27FC236}">
                <a16:creationId xmlns:a16="http://schemas.microsoft.com/office/drawing/2014/main" id="{62AFBB0B-3F4B-BBDD-803F-70F97855FE0D}"/>
              </a:ext>
            </a:extLst>
          </p:cNvPr>
          <p:cNvSpPr txBox="1">
            <a:spLocks/>
          </p:cNvSpPr>
          <p:nvPr/>
        </p:nvSpPr>
        <p:spPr>
          <a:xfrm>
            <a:off x="396873" y="4661854"/>
            <a:ext cx="11398254" cy="9144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Each method gives you flexibility depending on whether you need the keys, the values, or both.</a:t>
            </a:r>
          </a:p>
        </p:txBody>
      </p:sp>
    </p:spTree>
    <p:extLst>
      <p:ext uri="{BB962C8B-B14F-4D97-AF65-F5344CB8AC3E}">
        <p14:creationId xmlns:p14="http://schemas.microsoft.com/office/powerpoint/2010/main" val="39294091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E204B5-4698-9CDC-B710-8FDF49C76C13}"/>
              </a:ext>
            </a:extLst>
          </p:cNvPr>
          <p:cNvSpPr>
            <a:spLocks noGrp="1"/>
          </p:cNvSpPr>
          <p:nvPr>
            <p:ph type="sldNum" sz="quarter" idx="12"/>
          </p:nvPr>
        </p:nvSpPr>
        <p:spPr/>
        <p:txBody>
          <a:bodyPr/>
          <a:lstStyle/>
          <a:p>
            <a:fld id="{DFA4CD3D-26C8-47FF-8D13-9B32BAAB4735}" type="slidenum">
              <a:rPr lang="en-US" smtClean="0"/>
              <a:t>83</a:t>
            </a:fld>
            <a:endParaRPr lang="en-US"/>
          </a:p>
        </p:txBody>
      </p:sp>
      <p:sp>
        <p:nvSpPr>
          <p:cNvPr id="3" name="Title 2">
            <a:extLst>
              <a:ext uri="{FF2B5EF4-FFF2-40B4-BE49-F238E27FC236}">
                <a16:creationId xmlns:a16="http://schemas.microsoft.com/office/drawing/2014/main" id="{3FE9A166-95B4-0A82-169A-E42C637DDEA7}"/>
              </a:ext>
            </a:extLst>
          </p:cNvPr>
          <p:cNvSpPr>
            <a:spLocks noGrp="1"/>
          </p:cNvSpPr>
          <p:nvPr>
            <p:ph type="title"/>
          </p:nvPr>
        </p:nvSpPr>
        <p:spPr/>
        <p:txBody>
          <a:bodyPr/>
          <a:lstStyle/>
          <a:p>
            <a:r>
              <a:rPr lang="en-US"/>
              <a:t>Looping through a nested dictionary</a:t>
            </a:r>
          </a:p>
        </p:txBody>
      </p:sp>
      <p:sp>
        <p:nvSpPr>
          <p:cNvPr id="5" name="Content Placeholder 4">
            <a:extLst>
              <a:ext uri="{FF2B5EF4-FFF2-40B4-BE49-F238E27FC236}">
                <a16:creationId xmlns:a16="http://schemas.microsoft.com/office/drawing/2014/main" id="{C2444D53-AE32-2D81-BBE6-766B953CF2D2}"/>
              </a:ext>
            </a:extLst>
          </p:cNvPr>
          <p:cNvSpPr>
            <a:spLocks noGrp="1"/>
          </p:cNvSpPr>
          <p:nvPr>
            <p:ph idx="1"/>
          </p:nvPr>
        </p:nvSpPr>
        <p:spPr>
          <a:xfrm>
            <a:off x="396873" y="1858489"/>
            <a:ext cx="11398254" cy="1280160"/>
          </a:xfrm>
        </p:spPr>
        <p:txBody>
          <a:bodyPr/>
          <a:lstStyle/>
          <a:p>
            <a:r>
              <a:rPr lang="en-US"/>
              <a:t>When working with nested dictionaries, or dictionaries that contain other dictionaries as values, you can use a nested </a:t>
            </a:r>
            <a:r>
              <a:rPr lang="en-US" b="1">
                <a:solidFill>
                  <a:srgbClr val="7030A0"/>
                </a:solidFill>
              </a:rPr>
              <a:t>for</a:t>
            </a:r>
            <a:r>
              <a:rPr lang="en-US"/>
              <a:t> loop to access the inner keys and values.</a:t>
            </a:r>
          </a:p>
        </p:txBody>
      </p:sp>
      <p:sp>
        <p:nvSpPr>
          <p:cNvPr id="7" name="Flowchart: Alternate Process 6">
            <a:extLst>
              <a:ext uri="{FF2B5EF4-FFF2-40B4-BE49-F238E27FC236}">
                <a16:creationId xmlns:a16="http://schemas.microsoft.com/office/drawing/2014/main" id="{3D853882-EB19-2D79-DE46-D27271EE443D}"/>
              </a:ext>
            </a:extLst>
          </p:cNvPr>
          <p:cNvSpPr/>
          <p:nvPr/>
        </p:nvSpPr>
        <p:spPr>
          <a:xfrm>
            <a:off x="396873" y="3138649"/>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outer_key</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inner_dict</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states.items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for </a:t>
            </a:r>
            <a:r>
              <a:rPr lang="en-US" err="1">
                <a:solidFill>
                  <a:schemeClr val="tx1"/>
                </a:solidFill>
                <a:latin typeface="Courier New" panose="02070309020205020404" pitchFamily="49" charset="0"/>
                <a:cs typeface="Courier New" panose="02070309020205020404" pitchFamily="49" charset="0"/>
              </a:rPr>
              <a:t>inner_key</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inner_value</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value.items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print(f"\</a:t>
            </a:r>
            <a:r>
              <a:rPr lang="en-US" err="1">
                <a:solidFill>
                  <a:schemeClr val="tx1"/>
                </a:solidFill>
                <a:latin typeface="Courier New" panose="02070309020205020404" pitchFamily="49" charset="0"/>
                <a:cs typeface="Courier New" panose="02070309020205020404" pitchFamily="49" charset="0"/>
              </a:rPr>
              <a:t>nKey</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key</a:t>
            </a:r>
            <a:r>
              <a:rPr lang="en-US">
                <a:solidFill>
                  <a:srgbClr val="202324"/>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print(f"\</a:t>
            </a:r>
            <a:r>
              <a:rPr lang="en-US" err="1">
                <a:solidFill>
                  <a:schemeClr val="tx1"/>
                </a:solidFill>
                <a:latin typeface="Courier New" panose="02070309020205020404" pitchFamily="49" charset="0"/>
                <a:cs typeface="Courier New" panose="02070309020205020404" pitchFamily="49" charset="0"/>
              </a:rPr>
              <a:t>nValue</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value</a:t>
            </a:r>
            <a:r>
              <a:rPr lang="en-US">
                <a:solidFill>
                  <a:srgbClr val="202324"/>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a:t>
            </a:r>
          </a:p>
        </p:txBody>
      </p:sp>
      <p:sp>
        <p:nvSpPr>
          <p:cNvPr id="10" name="Content Placeholder 4">
            <a:extLst>
              <a:ext uri="{FF2B5EF4-FFF2-40B4-BE49-F238E27FC236}">
                <a16:creationId xmlns:a16="http://schemas.microsoft.com/office/drawing/2014/main" id="{6335CA09-D343-D3F6-E082-35E527622358}"/>
              </a:ext>
            </a:extLst>
          </p:cNvPr>
          <p:cNvSpPr txBox="1">
            <a:spLocks/>
          </p:cNvSpPr>
          <p:nvPr/>
        </p:nvSpPr>
        <p:spPr>
          <a:xfrm>
            <a:off x="396873" y="4573114"/>
            <a:ext cx="11398254" cy="146304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a:t>the first loop </a:t>
            </a:r>
            <a:r>
              <a:rPr lang="en-US" b="1">
                <a:solidFill>
                  <a:srgbClr val="7030A0"/>
                </a:solidFill>
              </a:rPr>
              <a:t>for </a:t>
            </a:r>
            <a:r>
              <a:rPr lang="en-US" b="1" err="1">
                <a:solidFill>
                  <a:srgbClr val="7030A0"/>
                </a:solidFill>
              </a:rPr>
              <a:t>outer_key</a:t>
            </a:r>
            <a:r>
              <a:rPr lang="en-US" b="1">
                <a:solidFill>
                  <a:srgbClr val="7030A0"/>
                </a:solidFill>
              </a:rPr>
              <a:t>, </a:t>
            </a:r>
            <a:r>
              <a:rPr lang="en-US" b="1" err="1">
                <a:solidFill>
                  <a:srgbClr val="7030A0"/>
                </a:solidFill>
              </a:rPr>
              <a:t>inner_dict</a:t>
            </a:r>
            <a:r>
              <a:rPr lang="en-US" b="1">
                <a:solidFill>
                  <a:srgbClr val="7030A0"/>
                </a:solidFill>
              </a:rPr>
              <a:t> in </a:t>
            </a:r>
            <a:r>
              <a:rPr lang="en-US" b="1" err="1">
                <a:solidFill>
                  <a:srgbClr val="7030A0"/>
                </a:solidFill>
              </a:rPr>
              <a:t>states.items</a:t>
            </a:r>
            <a:r>
              <a:rPr lang="en-US" b="1">
                <a:solidFill>
                  <a:srgbClr val="7030A0"/>
                </a:solidFill>
              </a:rPr>
              <a:t>() </a:t>
            </a:r>
            <a:r>
              <a:rPr lang="en-US"/>
              <a:t>iterates through the outer dictionary.</a:t>
            </a:r>
          </a:p>
          <a:p>
            <a:pPr marL="342900" indent="-342900">
              <a:buFont typeface="Arial" panose="020B0604020202020204" pitchFamily="34" charset="0"/>
              <a:buChar char="•"/>
            </a:pPr>
            <a:r>
              <a:rPr lang="en-US"/>
              <a:t>The second loop </a:t>
            </a:r>
            <a:r>
              <a:rPr lang="en-US" b="1">
                <a:solidFill>
                  <a:srgbClr val="7030A0"/>
                </a:solidFill>
              </a:rPr>
              <a:t>for </a:t>
            </a:r>
            <a:r>
              <a:rPr lang="en-US" b="1" err="1">
                <a:solidFill>
                  <a:srgbClr val="7030A0"/>
                </a:solidFill>
              </a:rPr>
              <a:t>inner_key</a:t>
            </a:r>
            <a:r>
              <a:rPr lang="en-US" b="1">
                <a:solidFill>
                  <a:srgbClr val="7030A0"/>
                </a:solidFill>
              </a:rPr>
              <a:t>, </a:t>
            </a:r>
            <a:r>
              <a:rPr lang="en-US" b="1" err="1">
                <a:solidFill>
                  <a:srgbClr val="7030A0"/>
                </a:solidFill>
              </a:rPr>
              <a:t>inner_value</a:t>
            </a:r>
            <a:r>
              <a:rPr lang="en-US" b="1">
                <a:solidFill>
                  <a:srgbClr val="7030A0"/>
                </a:solidFill>
              </a:rPr>
              <a:t> in </a:t>
            </a:r>
            <a:r>
              <a:rPr lang="en-US" b="1" err="1">
                <a:solidFill>
                  <a:srgbClr val="7030A0"/>
                </a:solidFill>
              </a:rPr>
              <a:t>inner_dict.items</a:t>
            </a:r>
            <a:r>
              <a:rPr lang="en-US" b="1">
                <a:solidFill>
                  <a:srgbClr val="7030A0"/>
                </a:solidFill>
              </a:rPr>
              <a:t>() </a:t>
            </a:r>
            <a:r>
              <a:rPr lang="en-US"/>
              <a:t>goes through each inner dictionary</a:t>
            </a:r>
          </a:p>
        </p:txBody>
      </p:sp>
    </p:spTree>
    <p:extLst>
      <p:ext uri="{BB962C8B-B14F-4D97-AF65-F5344CB8AC3E}">
        <p14:creationId xmlns:p14="http://schemas.microsoft.com/office/powerpoint/2010/main" val="27841338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40ECF-096D-1AEA-7A23-37836939DBE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A354A6-3B1E-28B7-3A85-38C55C0F2F8D}"/>
              </a:ext>
            </a:extLst>
          </p:cNvPr>
          <p:cNvSpPr>
            <a:spLocks noGrp="1"/>
          </p:cNvSpPr>
          <p:nvPr>
            <p:ph type="sldNum" sz="quarter" idx="12"/>
          </p:nvPr>
        </p:nvSpPr>
        <p:spPr/>
        <p:txBody>
          <a:bodyPr/>
          <a:lstStyle/>
          <a:p>
            <a:fld id="{DFA4CD3D-26C8-47FF-8D13-9B32BAAB4735}" type="slidenum">
              <a:rPr lang="en-US" smtClean="0"/>
              <a:t>84</a:t>
            </a:fld>
            <a:endParaRPr lang="en-US"/>
          </a:p>
        </p:txBody>
      </p:sp>
      <p:sp>
        <p:nvSpPr>
          <p:cNvPr id="5" name="Content Placeholder 4">
            <a:extLst>
              <a:ext uri="{FF2B5EF4-FFF2-40B4-BE49-F238E27FC236}">
                <a16:creationId xmlns:a16="http://schemas.microsoft.com/office/drawing/2014/main" id="{881819EC-7A1E-591C-055E-6B96569B5C9B}"/>
              </a:ext>
            </a:extLst>
          </p:cNvPr>
          <p:cNvSpPr>
            <a:spLocks noGrp="1"/>
          </p:cNvSpPr>
          <p:nvPr>
            <p:ph idx="1"/>
          </p:nvPr>
        </p:nvSpPr>
        <p:spPr>
          <a:xfrm>
            <a:off x="396873" y="598045"/>
            <a:ext cx="11398254" cy="640080"/>
          </a:xfrm>
        </p:spPr>
        <p:txBody>
          <a:bodyPr>
            <a:normAutofit/>
          </a:bodyPr>
          <a:lstStyle/>
          <a:p>
            <a:r>
              <a:rPr lang="en-US" b="1"/>
              <a:t>Examples:	</a:t>
            </a:r>
          </a:p>
        </p:txBody>
      </p:sp>
      <p:sp>
        <p:nvSpPr>
          <p:cNvPr id="8" name="Flowchart: Alternate Process 7">
            <a:extLst>
              <a:ext uri="{FF2B5EF4-FFF2-40B4-BE49-F238E27FC236}">
                <a16:creationId xmlns:a16="http://schemas.microsoft.com/office/drawing/2014/main" id="{3CF0A96D-7674-E850-46E9-FC31145CAE86}"/>
              </a:ext>
            </a:extLst>
          </p:cNvPr>
          <p:cNvSpPr/>
          <p:nvPr/>
        </p:nvSpPr>
        <p:spPr>
          <a:xfrm>
            <a:off x="396873" y="1318202"/>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key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states.keys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print(state)</a:t>
            </a:r>
          </a:p>
        </p:txBody>
      </p:sp>
      <p:sp>
        <p:nvSpPr>
          <p:cNvPr id="9" name="Flowchart: Alternate Process 8">
            <a:extLst>
              <a:ext uri="{FF2B5EF4-FFF2-40B4-BE49-F238E27FC236}">
                <a16:creationId xmlns:a16="http://schemas.microsoft.com/office/drawing/2014/main" id="{0546BF53-10F9-633C-EFF2-A8DF13004E49}"/>
              </a:ext>
            </a:extLst>
          </p:cNvPr>
          <p:cNvSpPr/>
          <p:nvPr/>
        </p:nvSpPr>
        <p:spPr>
          <a:xfrm>
            <a:off x="396873" y="2223077"/>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key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states.values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each_state</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state.keys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a:t>
            </a:r>
            <a:r>
              <a:rPr lang="en-US" err="1">
                <a:solidFill>
                  <a:schemeClr val="tx1"/>
                </a:solidFill>
                <a:latin typeface="Courier New" panose="02070309020205020404" pitchFamily="49" charset="0"/>
                <a:cs typeface="Courier New" panose="02070309020205020404" pitchFamily="49" charset="0"/>
              </a:rPr>
              <a:t>each_state</a:t>
            </a:r>
            <a:r>
              <a:rPr lang="en-US">
                <a:solidFill>
                  <a:schemeClr val="tx1"/>
                </a:solidFill>
                <a:latin typeface="Courier New" panose="02070309020205020404" pitchFamily="49" charset="0"/>
                <a:cs typeface="Courier New" panose="02070309020205020404" pitchFamily="49" charset="0"/>
              </a:rPr>
              <a:t>)</a:t>
            </a:r>
          </a:p>
        </p:txBody>
      </p:sp>
      <p:sp>
        <p:nvSpPr>
          <p:cNvPr id="10" name="Flowchart: Alternate Process 9">
            <a:extLst>
              <a:ext uri="{FF2B5EF4-FFF2-40B4-BE49-F238E27FC236}">
                <a16:creationId xmlns:a16="http://schemas.microsoft.com/office/drawing/2014/main" id="{CE1B0090-D24F-E100-D927-5F73DED07B45}"/>
              </a:ext>
            </a:extLst>
          </p:cNvPr>
          <p:cNvSpPr/>
          <p:nvPr/>
        </p:nvSpPr>
        <p:spPr>
          <a:xfrm>
            <a:off x="396873" y="3547169"/>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key </a:t>
            </a:r>
            <a:r>
              <a:rPr lang="en-US" b="1">
                <a:solidFill>
                  <a:schemeClr val="tx1"/>
                </a:solidFill>
                <a:latin typeface="Courier New" panose="02070309020205020404" pitchFamily="49" charset="0"/>
                <a:cs typeface="Courier New" panose="02070309020205020404" pitchFamily="49" charset="0"/>
              </a:rPr>
              <a:t>in </a:t>
            </a:r>
            <a:r>
              <a:rPr lang="en-US" err="1">
                <a:solidFill>
                  <a:schemeClr val="tx1"/>
                </a:solidFill>
                <a:latin typeface="Courier New" panose="02070309020205020404" pitchFamily="49" charset="0"/>
                <a:cs typeface="Courier New" panose="02070309020205020404" pitchFamily="49" charset="0"/>
              </a:rPr>
              <a:t>states.values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each_state</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state.values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a:t>
            </a:r>
            <a:r>
              <a:rPr lang="en-US" err="1">
                <a:solidFill>
                  <a:schemeClr val="tx1"/>
                </a:solidFill>
                <a:latin typeface="Courier New" panose="02070309020205020404" pitchFamily="49" charset="0"/>
                <a:cs typeface="Courier New" panose="02070309020205020404" pitchFamily="49" charset="0"/>
              </a:rPr>
              <a:t>each_state</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914913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827FE-EA96-07F4-EEA0-526D5A3BE1C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DF534-A8A1-106F-5B2F-E3A6EE8AEB37}"/>
              </a:ext>
            </a:extLst>
          </p:cNvPr>
          <p:cNvSpPr>
            <a:spLocks noGrp="1"/>
          </p:cNvSpPr>
          <p:nvPr>
            <p:ph type="sldNum" sz="quarter" idx="12"/>
          </p:nvPr>
        </p:nvSpPr>
        <p:spPr/>
        <p:txBody>
          <a:bodyPr/>
          <a:lstStyle/>
          <a:p>
            <a:fld id="{DFA4CD3D-26C8-47FF-8D13-9B32BAAB4735}" type="slidenum">
              <a:rPr lang="en-US" smtClean="0"/>
              <a:t>85</a:t>
            </a:fld>
            <a:endParaRPr lang="en-US"/>
          </a:p>
        </p:txBody>
      </p:sp>
      <p:sp>
        <p:nvSpPr>
          <p:cNvPr id="5" name="Content Placeholder 4">
            <a:extLst>
              <a:ext uri="{FF2B5EF4-FFF2-40B4-BE49-F238E27FC236}">
                <a16:creationId xmlns:a16="http://schemas.microsoft.com/office/drawing/2014/main" id="{5A3767BC-EF39-AF72-19DE-BBF879140E7E}"/>
              </a:ext>
            </a:extLst>
          </p:cNvPr>
          <p:cNvSpPr>
            <a:spLocks noGrp="1"/>
          </p:cNvSpPr>
          <p:nvPr>
            <p:ph idx="1"/>
          </p:nvPr>
        </p:nvSpPr>
        <p:spPr>
          <a:xfrm>
            <a:off x="396873" y="598045"/>
            <a:ext cx="11398254" cy="640080"/>
          </a:xfrm>
        </p:spPr>
        <p:txBody>
          <a:bodyPr>
            <a:normAutofit/>
          </a:bodyPr>
          <a:lstStyle/>
          <a:p>
            <a:r>
              <a:rPr lang="en-US" b="1"/>
              <a:t>Examples:	</a:t>
            </a:r>
          </a:p>
        </p:txBody>
      </p:sp>
      <p:sp>
        <p:nvSpPr>
          <p:cNvPr id="8" name="Flowchart: Alternate Process 7">
            <a:extLst>
              <a:ext uri="{FF2B5EF4-FFF2-40B4-BE49-F238E27FC236}">
                <a16:creationId xmlns:a16="http://schemas.microsoft.com/office/drawing/2014/main" id="{528311FC-D7C1-01E1-A2A2-656D7AD3A8EE}"/>
              </a:ext>
            </a:extLst>
          </p:cNvPr>
          <p:cNvSpPr/>
          <p:nvPr/>
        </p:nvSpPr>
        <p:spPr>
          <a:xfrm>
            <a:off x="396873" y="1318202"/>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each_dictionary</a:t>
            </a:r>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in </a:t>
            </a:r>
            <a:r>
              <a:rPr lang="en-US">
                <a:solidFill>
                  <a:schemeClr val="tx1"/>
                </a:solidFill>
                <a:latin typeface="Courier New" panose="02070309020205020404" pitchFamily="49" charset="0"/>
                <a:cs typeface="Courier New" panose="02070309020205020404" pitchFamily="49" charset="0"/>
              </a:rPr>
              <a:t>states:</a:t>
            </a:r>
          </a:p>
          <a:p>
            <a:pPr marL="457200" indent="-457200"/>
            <a:r>
              <a:rPr lang="en-US">
                <a:solidFill>
                  <a:schemeClr val="tx1"/>
                </a:solidFill>
                <a:latin typeface="Courier New" panose="02070309020205020404" pitchFamily="49" charset="0"/>
                <a:cs typeface="Courier New" panose="02070309020205020404" pitchFamily="49" charset="0"/>
              </a:rPr>
              <a:t>    print(</a:t>
            </a:r>
            <a:r>
              <a:rPr lang="en-US" err="1">
                <a:solidFill>
                  <a:schemeClr val="tx1"/>
                </a:solidFill>
                <a:latin typeface="Courier New" panose="02070309020205020404" pitchFamily="49" charset="0"/>
                <a:cs typeface="Courier New" panose="02070309020205020404" pitchFamily="49" charset="0"/>
              </a:rPr>
              <a:t>each_dictionary</a:t>
            </a:r>
            <a:r>
              <a:rPr lang="en-US">
                <a:solidFill>
                  <a:schemeClr val="tx1"/>
                </a:solidFill>
                <a:latin typeface="Courier New" panose="02070309020205020404" pitchFamily="49" charset="0"/>
                <a:cs typeface="Courier New" panose="02070309020205020404" pitchFamily="49" charset="0"/>
              </a:rPr>
              <a:t>)</a:t>
            </a:r>
          </a:p>
        </p:txBody>
      </p:sp>
      <p:sp>
        <p:nvSpPr>
          <p:cNvPr id="9" name="Flowchart: Alternate Process 8">
            <a:extLst>
              <a:ext uri="{FF2B5EF4-FFF2-40B4-BE49-F238E27FC236}">
                <a16:creationId xmlns:a16="http://schemas.microsoft.com/office/drawing/2014/main" id="{4295B0F9-E178-7EBE-0FBC-7E9F40F3E92F}"/>
              </a:ext>
            </a:extLst>
          </p:cNvPr>
          <p:cNvSpPr/>
          <p:nvPr/>
        </p:nvSpPr>
        <p:spPr>
          <a:xfrm>
            <a:off x="396873" y="2223077"/>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for</a:t>
            </a:r>
            <a:r>
              <a:rPr lang="en-US">
                <a:solidFill>
                  <a:schemeClr val="tx1"/>
                </a:solidFill>
                <a:latin typeface="Courier New" panose="02070309020205020404" pitchFamily="49" charset="0"/>
                <a:cs typeface="Courier New" panose="02070309020205020404" pitchFamily="49" charset="0"/>
              </a:rPr>
              <a:t> key </a:t>
            </a:r>
            <a:r>
              <a:rPr lang="en-US" b="1">
                <a:solidFill>
                  <a:schemeClr val="tx1"/>
                </a:solidFill>
                <a:latin typeface="Courier New" panose="02070309020205020404" pitchFamily="49" charset="0"/>
                <a:cs typeface="Courier New" panose="02070309020205020404" pitchFamily="49" charset="0"/>
              </a:rPr>
              <a:t>in </a:t>
            </a:r>
            <a:r>
              <a:rPr lang="en-US">
                <a:solidFill>
                  <a:schemeClr val="tx1"/>
                </a:solidFill>
                <a:latin typeface="Courier New" panose="02070309020205020404" pitchFamily="49" charset="0"/>
                <a:cs typeface="Courier New" panose="02070309020205020404" pitchFamily="49" charset="0"/>
              </a:rPr>
              <a:t>states:</a:t>
            </a:r>
          </a:p>
          <a:p>
            <a:pPr marL="457200" indent="-457200"/>
            <a:r>
              <a:rPr lang="en-US">
                <a:solidFill>
                  <a:schemeClr val="tx1"/>
                </a:solidFill>
                <a:latin typeface="Courier New" panose="02070309020205020404" pitchFamily="49" charset="0"/>
                <a:cs typeface="Courier New" panose="02070309020205020404" pitchFamily="49" charset="0"/>
              </a:rPr>
              <a:t>    print(states['</a:t>
            </a:r>
            <a:r>
              <a:rPr lang="en-US" err="1">
                <a:solidFill>
                  <a:schemeClr val="tx1"/>
                </a:solidFill>
                <a:latin typeface="Courier New" panose="02070309020205020404" pitchFamily="49" charset="0"/>
                <a:cs typeface="Courier New" panose="02070309020205020404" pitchFamily="49" charset="0"/>
              </a:rPr>
              <a:t>each_dictionary</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414035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F40042-1476-1BAA-8AA9-315DC8F7B34C}"/>
              </a:ext>
            </a:extLst>
          </p:cNvPr>
          <p:cNvSpPr>
            <a:spLocks noGrp="1"/>
          </p:cNvSpPr>
          <p:nvPr>
            <p:ph type="sldNum" sz="quarter" idx="12"/>
          </p:nvPr>
        </p:nvSpPr>
        <p:spPr/>
        <p:txBody>
          <a:bodyPr/>
          <a:lstStyle/>
          <a:p>
            <a:fld id="{DFA4CD3D-26C8-47FF-8D13-9B32BAAB4735}" type="slidenum">
              <a:rPr lang="en-US" smtClean="0"/>
              <a:t>86</a:t>
            </a:fld>
            <a:endParaRPr lang="en-US"/>
          </a:p>
        </p:txBody>
      </p:sp>
      <p:sp>
        <p:nvSpPr>
          <p:cNvPr id="3" name="Title 2">
            <a:extLst>
              <a:ext uri="{FF2B5EF4-FFF2-40B4-BE49-F238E27FC236}">
                <a16:creationId xmlns:a16="http://schemas.microsoft.com/office/drawing/2014/main" id="{33C231E0-3648-844A-4B8D-E617FCC442E7}"/>
              </a:ext>
            </a:extLst>
          </p:cNvPr>
          <p:cNvSpPr>
            <a:spLocks noGrp="1"/>
          </p:cNvSpPr>
          <p:nvPr>
            <p:ph type="title"/>
          </p:nvPr>
        </p:nvSpPr>
        <p:spPr/>
        <p:txBody>
          <a:bodyPr/>
          <a:lstStyle/>
          <a:p>
            <a:r>
              <a:rPr lang="en-US"/>
              <a:t>Functions in Python</a:t>
            </a:r>
          </a:p>
        </p:txBody>
      </p:sp>
      <p:sp>
        <p:nvSpPr>
          <p:cNvPr id="5" name="Content Placeholder 4">
            <a:extLst>
              <a:ext uri="{FF2B5EF4-FFF2-40B4-BE49-F238E27FC236}">
                <a16:creationId xmlns:a16="http://schemas.microsoft.com/office/drawing/2014/main" id="{18A1DC2B-536B-CB8F-F5B7-EEDC11121313}"/>
              </a:ext>
            </a:extLst>
          </p:cNvPr>
          <p:cNvSpPr>
            <a:spLocks noGrp="1"/>
          </p:cNvSpPr>
          <p:nvPr>
            <p:ph idx="1"/>
          </p:nvPr>
        </p:nvSpPr>
        <p:spPr/>
        <p:txBody>
          <a:bodyPr/>
          <a:lstStyle/>
          <a:p>
            <a:r>
              <a:rPr lang="en-US"/>
              <a:t>Python includes many </a:t>
            </a:r>
            <a:r>
              <a:rPr lang="en-US" b="1"/>
              <a:t>built-in</a:t>
            </a:r>
            <a:r>
              <a:rPr lang="en-US"/>
              <a:t> </a:t>
            </a:r>
            <a:r>
              <a:rPr lang="en-US" b="1"/>
              <a:t>functions</a:t>
            </a:r>
            <a:r>
              <a:rPr lang="en-US"/>
              <a:t> that help you perform common tasks, such as:</a:t>
            </a:r>
          </a:p>
          <a:p>
            <a:pPr marL="342900" indent="-342900">
              <a:buFont typeface="Arial" panose="020B0604020202020204" pitchFamily="34" charset="0"/>
              <a:buChar char="•"/>
            </a:pPr>
            <a:r>
              <a:rPr lang="en-US" b="1">
                <a:solidFill>
                  <a:srgbClr val="7030A0"/>
                </a:solidFill>
              </a:rPr>
              <a:t>print() </a:t>
            </a:r>
            <a:r>
              <a:rPr lang="en-US"/>
              <a:t>– displays output</a:t>
            </a:r>
          </a:p>
          <a:p>
            <a:pPr marL="342900" indent="-342900">
              <a:buFont typeface="Arial" panose="020B0604020202020204" pitchFamily="34" charset="0"/>
              <a:buChar char="•"/>
            </a:pPr>
            <a:r>
              <a:rPr lang="en-US" b="1">
                <a:solidFill>
                  <a:srgbClr val="7030A0"/>
                </a:solidFill>
              </a:rPr>
              <a:t>type() </a:t>
            </a:r>
            <a:r>
              <a:rPr lang="en-US"/>
              <a:t>– returns the data type of a value</a:t>
            </a:r>
          </a:p>
          <a:p>
            <a:pPr marL="342900" indent="-342900">
              <a:buFont typeface="Arial" panose="020B0604020202020204" pitchFamily="34" charset="0"/>
              <a:buChar char="•"/>
            </a:pPr>
            <a:r>
              <a:rPr lang="en-US" b="1">
                <a:solidFill>
                  <a:srgbClr val="7030A0"/>
                </a:solidFill>
              </a:rPr>
              <a:t>enumerate() </a:t>
            </a:r>
            <a:r>
              <a:rPr lang="en-US"/>
              <a:t>– adds a counter to an </a:t>
            </a:r>
            <a:r>
              <a:rPr lang="en-US" err="1"/>
              <a:t>iterable</a:t>
            </a:r>
            <a:endParaRPr lang="en-US"/>
          </a:p>
          <a:p>
            <a:r>
              <a:rPr lang="en-US"/>
              <a:t>In addition to these, you can also </a:t>
            </a:r>
            <a:r>
              <a:rPr lang="en-US" b="1"/>
              <a:t>define your own functions</a:t>
            </a:r>
            <a:r>
              <a:rPr lang="en-US"/>
              <a:t> to perform specific tasks. This is especially useful when you need to reuse the same block of code multiple times in a program.</a:t>
            </a:r>
          </a:p>
        </p:txBody>
      </p:sp>
    </p:spTree>
    <p:extLst>
      <p:ext uri="{BB962C8B-B14F-4D97-AF65-F5344CB8AC3E}">
        <p14:creationId xmlns:p14="http://schemas.microsoft.com/office/powerpoint/2010/main" val="39437609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6237D-DB9B-C6EB-9A5F-EBD0C36923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7A79CF-61C4-63C6-C8C2-ACF5068F9208}"/>
              </a:ext>
            </a:extLst>
          </p:cNvPr>
          <p:cNvSpPr>
            <a:spLocks noGrp="1"/>
          </p:cNvSpPr>
          <p:nvPr>
            <p:ph type="sldNum" sz="quarter" idx="12"/>
          </p:nvPr>
        </p:nvSpPr>
        <p:spPr/>
        <p:txBody>
          <a:bodyPr/>
          <a:lstStyle/>
          <a:p>
            <a:fld id="{DFA4CD3D-26C8-47FF-8D13-9B32BAAB4735}" type="slidenum">
              <a:rPr lang="en-US" smtClean="0"/>
              <a:t>87</a:t>
            </a:fld>
            <a:endParaRPr lang="en-US"/>
          </a:p>
        </p:txBody>
      </p:sp>
      <p:sp>
        <p:nvSpPr>
          <p:cNvPr id="5" name="Content Placeholder 4">
            <a:extLst>
              <a:ext uri="{FF2B5EF4-FFF2-40B4-BE49-F238E27FC236}">
                <a16:creationId xmlns:a16="http://schemas.microsoft.com/office/drawing/2014/main" id="{7213ECBC-A2AD-1B2B-FC8F-F868C6801B45}"/>
              </a:ext>
            </a:extLst>
          </p:cNvPr>
          <p:cNvSpPr>
            <a:spLocks noGrp="1"/>
          </p:cNvSpPr>
          <p:nvPr>
            <p:ph idx="1"/>
          </p:nvPr>
        </p:nvSpPr>
        <p:spPr>
          <a:xfrm>
            <a:off x="396873" y="598045"/>
            <a:ext cx="11398254" cy="1268855"/>
          </a:xfrm>
        </p:spPr>
        <p:txBody>
          <a:bodyPr>
            <a:normAutofit/>
          </a:bodyPr>
          <a:lstStyle/>
          <a:p>
            <a:r>
              <a:rPr lang="en-US" b="1"/>
              <a:t>What is a function?	</a:t>
            </a:r>
          </a:p>
          <a:p>
            <a:r>
              <a:rPr lang="en-US"/>
              <a:t>A </a:t>
            </a:r>
            <a:r>
              <a:rPr lang="en-US" b="1"/>
              <a:t>function</a:t>
            </a:r>
            <a:r>
              <a:rPr lang="en-US"/>
              <a:t> is a reusable block of code designed to perform a particular task. Functions help make your code more organized, readable, and efficient.</a:t>
            </a:r>
          </a:p>
        </p:txBody>
      </p:sp>
      <p:sp>
        <p:nvSpPr>
          <p:cNvPr id="9" name="Flowchart: Alternate Process 8">
            <a:extLst>
              <a:ext uri="{FF2B5EF4-FFF2-40B4-BE49-F238E27FC236}">
                <a16:creationId xmlns:a16="http://schemas.microsoft.com/office/drawing/2014/main" id="{81542292-54A5-54FE-D35D-906D43E94F26}"/>
              </a:ext>
            </a:extLst>
          </p:cNvPr>
          <p:cNvSpPr/>
          <p:nvPr/>
        </p:nvSpPr>
        <p:spPr>
          <a:xfrm>
            <a:off x="396873" y="3585149"/>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def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say_hello</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a:t>
            </a:r>
            <a:r>
              <a:rPr lang="en-US">
                <a:solidFill>
                  <a:srgbClr val="00B050"/>
                </a:solidFill>
                <a:latin typeface="Courier New" panose="02070309020205020404" pitchFamily="49" charset="0"/>
                <a:cs typeface="Courier New" panose="02070309020205020404" pitchFamily="49" charset="0"/>
              </a:rPr>
              <a:t>Hello</a:t>
            </a:r>
            <a:r>
              <a:rPr lang="en-US">
                <a:solidFill>
                  <a:schemeClr val="tx1"/>
                </a:solidFill>
                <a:latin typeface="Courier New" panose="02070309020205020404" pitchFamily="49" charset="0"/>
                <a:cs typeface="Courier New" panose="02070309020205020404" pitchFamily="49" charset="0"/>
              </a:rPr>
              <a:t>")</a:t>
            </a:r>
          </a:p>
        </p:txBody>
      </p:sp>
      <p:sp>
        <p:nvSpPr>
          <p:cNvPr id="3" name="Content Placeholder 4">
            <a:extLst>
              <a:ext uri="{FF2B5EF4-FFF2-40B4-BE49-F238E27FC236}">
                <a16:creationId xmlns:a16="http://schemas.microsoft.com/office/drawing/2014/main" id="{BA6FE724-B47E-6E4E-37D7-3591CBC6435A}"/>
              </a:ext>
            </a:extLst>
          </p:cNvPr>
          <p:cNvSpPr txBox="1">
            <a:spLocks/>
          </p:cNvSpPr>
          <p:nvPr/>
        </p:nvSpPr>
        <p:spPr>
          <a:xfrm>
            <a:off x="396873" y="2091597"/>
            <a:ext cx="11398254" cy="12688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Defining a function?	</a:t>
            </a:r>
          </a:p>
          <a:p>
            <a:r>
              <a:rPr lang="en-US"/>
              <a:t>To define a function, use the </a:t>
            </a:r>
            <a:r>
              <a:rPr lang="en-US" b="1">
                <a:solidFill>
                  <a:srgbClr val="7030A0"/>
                </a:solidFill>
              </a:rPr>
              <a:t>def</a:t>
            </a:r>
            <a:r>
              <a:rPr lang="en-US"/>
              <a:t> keyword, followed by the function name, parentheses </a:t>
            </a:r>
            <a:r>
              <a:rPr lang="en-US" b="1">
                <a:solidFill>
                  <a:srgbClr val="7030A0"/>
                </a:solidFill>
              </a:rPr>
              <a:t>( )</a:t>
            </a:r>
            <a:r>
              <a:rPr lang="en-US"/>
              <a:t>, and a colon </a:t>
            </a:r>
            <a:r>
              <a:rPr lang="en-US" b="1">
                <a:solidFill>
                  <a:srgbClr val="7030A0"/>
                </a:solidFill>
              </a:rPr>
              <a:t>:</a:t>
            </a:r>
            <a:r>
              <a:rPr lang="en-US"/>
              <a:t>. The code inside the function is indented.</a:t>
            </a:r>
          </a:p>
        </p:txBody>
      </p:sp>
    </p:spTree>
    <p:extLst>
      <p:ext uri="{BB962C8B-B14F-4D97-AF65-F5344CB8AC3E}">
        <p14:creationId xmlns:p14="http://schemas.microsoft.com/office/powerpoint/2010/main" val="29624301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7CDA-3780-4D84-3AEB-9A874B647D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26DDAB-1E0B-95E9-987C-1DE7C42E46E0}"/>
              </a:ext>
            </a:extLst>
          </p:cNvPr>
          <p:cNvSpPr>
            <a:spLocks noGrp="1"/>
          </p:cNvSpPr>
          <p:nvPr>
            <p:ph type="sldNum" sz="quarter" idx="12"/>
          </p:nvPr>
        </p:nvSpPr>
        <p:spPr/>
        <p:txBody>
          <a:bodyPr/>
          <a:lstStyle/>
          <a:p>
            <a:fld id="{DFA4CD3D-26C8-47FF-8D13-9B32BAAB4735}" type="slidenum">
              <a:rPr lang="en-US" smtClean="0"/>
              <a:t>88</a:t>
            </a:fld>
            <a:endParaRPr lang="en-US"/>
          </a:p>
        </p:txBody>
      </p:sp>
      <p:sp>
        <p:nvSpPr>
          <p:cNvPr id="5" name="Content Placeholder 4">
            <a:extLst>
              <a:ext uri="{FF2B5EF4-FFF2-40B4-BE49-F238E27FC236}">
                <a16:creationId xmlns:a16="http://schemas.microsoft.com/office/drawing/2014/main" id="{B1BF5BC3-B688-D0A9-B5B7-092E9322D76A}"/>
              </a:ext>
            </a:extLst>
          </p:cNvPr>
          <p:cNvSpPr>
            <a:spLocks noGrp="1"/>
          </p:cNvSpPr>
          <p:nvPr>
            <p:ph idx="1"/>
          </p:nvPr>
        </p:nvSpPr>
        <p:spPr>
          <a:xfrm>
            <a:off x="396873" y="598045"/>
            <a:ext cx="11398254" cy="906905"/>
          </a:xfrm>
        </p:spPr>
        <p:txBody>
          <a:bodyPr>
            <a:normAutofit/>
          </a:bodyPr>
          <a:lstStyle/>
          <a:p>
            <a:r>
              <a:rPr lang="en-US" b="1"/>
              <a:t>Calling a function?	</a:t>
            </a:r>
          </a:p>
          <a:p>
            <a:r>
              <a:rPr lang="en-US"/>
              <a:t>To </a:t>
            </a:r>
            <a:r>
              <a:rPr lang="en-US" b="1"/>
              <a:t>call</a:t>
            </a:r>
            <a:r>
              <a:rPr lang="en-US"/>
              <a:t> or execute a function, simply write its name followed by parentheses.</a:t>
            </a:r>
          </a:p>
        </p:txBody>
      </p:sp>
      <p:sp>
        <p:nvSpPr>
          <p:cNvPr id="9" name="Flowchart: Alternate Process 8">
            <a:extLst>
              <a:ext uri="{FF2B5EF4-FFF2-40B4-BE49-F238E27FC236}">
                <a16:creationId xmlns:a16="http://schemas.microsoft.com/office/drawing/2014/main" id="{FF6E081B-59CC-328E-BBCA-5CD01E8D2249}"/>
              </a:ext>
            </a:extLst>
          </p:cNvPr>
          <p:cNvSpPr/>
          <p:nvPr/>
        </p:nvSpPr>
        <p:spPr>
          <a:xfrm>
            <a:off x="396873" y="1642424"/>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err="1">
                <a:solidFill>
                  <a:schemeClr val="tx1"/>
                </a:solidFill>
                <a:latin typeface="Courier New" panose="02070309020205020404" pitchFamily="49" charset="0"/>
                <a:cs typeface="Courier New" panose="02070309020205020404" pitchFamily="49" charset="0"/>
              </a:rPr>
              <a:t>say_hello</a:t>
            </a:r>
            <a:r>
              <a:rPr lang="en-US">
                <a:solidFill>
                  <a:schemeClr val="tx1"/>
                </a:solidFill>
                <a:latin typeface="Courier New" panose="02070309020205020404" pitchFamily="49" charset="0"/>
                <a:cs typeface="Courier New" panose="02070309020205020404" pitchFamily="49" charset="0"/>
              </a:rPr>
              <a:t>()</a:t>
            </a:r>
          </a:p>
        </p:txBody>
      </p:sp>
      <p:sp>
        <p:nvSpPr>
          <p:cNvPr id="3" name="Content Placeholder 4">
            <a:extLst>
              <a:ext uri="{FF2B5EF4-FFF2-40B4-BE49-F238E27FC236}">
                <a16:creationId xmlns:a16="http://schemas.microsoft.com/office/drawing/2014/main" id="{7867DA40-8580-7372-9EAB-40AE74878BDE}"/>
              </a:ext>
            </a:extLst>
          </p:cNvPr>
          <p:cNvSpPr txBox="1">
            <a:spLocks/>
          </p:cNvSpPr>
          <p:nvPr/>
        </p:nvSpPr>
        <p:spPr>
          <a:xfrm>
            <a:off x="396873" y="2527874"/>
            <a:ext cx="11398254" cy="253942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Arguments and parameters	</a:t>
            </a:r>
          </a:p>
          <a:p>
            <a:r>
              <a:rPr lang="en-US"/>
              <a:t>When defining a function, you can include </a:t>
            </a:r>
            <a:r>
              <a:rPr lang="en-US" b="1"/>
              <a:t>parameters</a:t>
            </a:r>
            <a:r>
              <a:rPr lang="en-US"/>
              <a:t> inside the parentheses. These parameters act as placeholders for values that will be passed into the function when it's called. This allows your function to work dynamically with different inputs.</a:t>
            </a:r>
          </a:p>
        </p:txBody>
      </p:sp>
    </p:spTree>
    <p:extLst>
      <p:ext uri="{BB962C8B-B14F-4D97-AF65-F5344CB8AC3E}">
        <p14:creationId xmlns:p14="http://schemas.microsoft.com/office/powerpoint/2010/main" val="20826325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572C8-66B0-CE3E-539B-35F7282D7AA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44B5B-5DD3-8F28-6CEE-1CC08E7551A1}"/>
              </a:ext>
            </a:extLst>
          </p:cNvPr>
          <p:cNvSpPr>
            <a:spLocks noGrp="1"/>
          </p:cNvSpPr>
          <p:nvPr>
            <p:ph type="sldNum" sz="quarter" idx="12"/>
          </p:nvPr>
        </p:nvSpPr>
        <p:spPr/>
        <p:txBody>
          <a:bodyPr/>
          <a:lstStyle/>
          <a:p>
            <a:fld id="{DFA4CD3D-26C8-47FF-8D13-9B32BAAB4735}" type="slidenum">
              <a:rPr lang="en-US" smtClean="0"/>
              <a:t>89</a:t>
            </a:fld>
            <a:endParaRPr lang="en-US"/>
          </a:p>
        </p:txBody>
      </p:sp>
      <p:sp>
        <p:nvSpPr>
          <p:cNvPr id="3" name="Content Placeholder 4">
            <a:extLst>
              <a:ext uri="{FF2B5EF4-FFF2-40B4-BE49-F238E27FC236}">
                <a16:creationId xmlns:a16="http://schemas.microsoft.com/office/drawing/2014/main" id="{D7E8A4B4-F60D-ECA3-BDC9-8A664B13758B}"/>
              </a:ext>
            </a:extLst>
          </p:cNvPr>
          <p:cNvSpPr txBox="1">
            <a:spLocks/>
          </p:cNvSpPr>
          <p:nvPr/>
        </p:nvSpPr>
        <p:spPr>
          <a:xfrm>
            <a:off x="396873" y="546673"/>
            <a:ext cx="11398254" cy="3063301"/>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Arguments and parameters	</a:t>
            </a:r>
          </a:p>
          <a:p>
            <a:r>
              <a:rPr lang="en-US"/>
              <a:t>When defining a function, you can include </a:t>
            </a:r>
            <a:r>
              <a:rPr lang="en-US" b="1"/>
              <a:t>parameters</a:t>
            </a:r>
            <a:r>
              <a:rPr lang="en-US"/>
              <a:t> inside the parentheses. These parameters act as placeholders for values that will be passed into the function when it's called. This allows your function to work dynamically with different inputs.</a:t>
            </a:r>
          </a:p>
          <a:p>
            <a:r>
              <a:rPr lang="en-US"/>
              <a:t>In this example:</a:t>
            </a:r>
          </a:p>
          <a:p>
            <a:pPr marL="342900" indent="-342900">
              <a:buFont typeface="Arial" panose="020B0604020202020204" pitchFamily="34" charset="0"/>
              <a:buChar char="•"/>
            </a:pPr>
            <a:r>
              <a:rPr lang="en-US" b="1">
                <a:solidFill>
                  <a:srgbClr val="7030A0"/>
                </a:solidFill>
              </a:rPr>
              <a:t>name </a:t>
            </a:r>
            <a:r>
              <a:rPr lang="en-US"/>
              <a:t>is a </a:t>
            </a:r>
            <a:r>
              <a:rPr lang="en-US" b="1"/>
              <a:t>parameter</a:t>
            </a:r>
            <a:r>
              <a:rPr lang="en-US"/>
              <a:t> – a variable defined in the function header.</a:t>
            </a:r>
          </a:p>
          <a:p>
            <a:pPr marL="342900" indent="-342900">
              <a:buFont typeface="Arial" panose="020B0604020202020204" pitchFamily="34" charset="0"/>
              <a:buChar char="•"/>
            </a:pPr>
            <a:r>
              <a:rPr lang="en-US"/>
              <a:t>When the function is called, you provide an </a:t>
            </a:r>
            <a:r>
              <a:rPr lang="en-US" b="1"/>
              <a:t>argument</a:t>
            </a:r>
            <a:r>
              <a:rPr lang="en-US"/>
              <a:t> – a specific value that replaces the parameter.</a:t>
            </a:r>
          </a:p>
        </p:txBody>
      </p:sp>
      <p:sp>
        <p:nvSpPr>
          <p:cNvPr id="8" name="Flowchart: Alternate Process 7">
            <a:extLst>
              <a:ext uri="{FF2B5EF4-FFF2-40B4-BE49-F238E27FC236}">
                <a16:creationId xmlns:a16="http://schemas.microsoft.com/office/drawing/2014/main" id="{12EE5767-EC5F-C6D1-D5FE-F1A1480F7EBA}"/>
              </a:ext>
            </a:extLst>
          </p:cNvPr>
          <p:cNvSpPr/>
          <p:nvPr/>
        </p:nvSpPr>
        <p:spPr>
          <a:xfrm>
            <a:off x="396873" y="3776024"/>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def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say_hello</a:t>
            </a:r>
            <a:r>
              <a:rPr lang="en-US">
                <a:solidFill>
                  <a:schemeClr val="tx1"/>
                </a:solidFill>
                <a:latin typeface="Courier New" panose="02070309020205020404" pitchFamily="49" charset="0"/>
                <a:cs typeface="Courier New" panose="02070309020205020404" pitchFamily="49" charset="0"/>
              </a:rPr>
              <a:t>(name):</a:t>
            </a:r>
          </a:p>
          <a:p>
            <a:pPr marL="457200" indent="-457200"/>
            <a:r>
              <a:rPr lang="en-US">
                <a:solidFill>
                  <a:schemeClr val="tx1"/>
                </a:solidFill>
                <a:latin typeface="Courier New" panose="02070309020205020404" pitchFamily="49" charset="0"/>
                <a:cs typeface="Courier New" panose="02070309020205020404" pitchFamily="49" charset="0"/>
              </a:rPr>
              <a:t>    print(</a:t>
            </a:r>
            <a:r>
              <a:rPr lang="en-US" err="1">
                <a:solidFill>
                  <a:schemeClr val="tx1"/>
                </a:solidFill>
                <a:latin typeface="Courier New" panose="02070309020205020404" pitchFamily="49" charset="0"/>
                <a:cs typeface="Courier New" panose="02070309020205020404" pitchFamily="49" charset="0"/>
              </a:rPr>
              <a:t>f"</a:t>
            </a:r>
            <a:r>
              <a:rPr lang="en-US" err="1">
                <a:solidFill>
                  <a:srgbClr val="00B050"/>
                </a:solidFill>
                <a:latin typeface="Courier New" panose="02070309020205020404" pitchFamily="49" charset="0"/>
                <a:cs typeface="Courier New" panose="02070309020205020404" pitchFamily="49" charset="0"/>
              </a:rPr>
              <a:t>Hello</a:t>
            </a:r>
            <a:r>
              <a:rPr lang="en-US">
                <a:solidFill>
                  <a:srgbClr val="00B050"/>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 {name}")</a:t>
            </a:r>
          </a:p>
        </p:txBody>
      </p:sp>
    </p:spTree>
    <p:extLst>
      <p:ext uri="{BB962C8B-B14F-4D97-AF65-F5344CB8AC3E}">
        <p14:creationId xmlns:p14="http://schemas.microsoft.com/office/powerpoint/2010/main" val="3260017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B2229-AA40-FAED-91E3-BCAA20EB3A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BAB7AD-582F-ACD2-F117-08D935D9298E}"/>
              </a:ext>
            </a:extLst>
          </p:cNvPr>
          <p:cNvSpPr>
            <a:spLocks noGrp="1"/>
          </p:cNvSpPr>
          <p:nvPr>
            <p:ph type="sldNum" sz="quarter" idx="12"/>
          </p:nvPr>
        </p:nvSpPr>
        <p:spPr/>
        <p:txBody>
          <a:bodyPr/>
          <a:lstStyle/>
          <a:p>
            <a:fld id="{DFA4CD3D-26C8-47FF-8D13-9B32BAAB4735}" type="slidenum">
              <a:rPr lang="en-US" smtClean="0"/>
              <a:t>90</a:t>
            </a:fld>
            <a:endParaRPr lang="en-US"/>
          </a:p>
        </p:txBody>
      </p:sp>
      <p:sp>
        <p:nvSpPr>
          <p:cNvPr id="3" name="Content Placeholder 4">
            <a:extLst>
              <a:ext uri="{FF2B5EF4-FFF2-40B4-BE49-F238E27FC236}">
                <a16:creationId xmlns:a16="http://schemas.microsoft.com/office/drawing/2014/main" id="{9B2D6702-E2C7-B4A8-D8B7-DC77D2A9648F}"/>
              </a:ext>
            </a:extLst>
          </p:cNvPr>
          <p:cNvSpPr txBox="1">
            <a:spLocks/>
          </p:cNvSpPr>
          <p:nvPr/>
        </p:nvSpPr>
        <p:spPr>
          <a:xfrm>
            <a:off x="396873" y="546673"/>
            <a:ext cx="11398254" cy="6400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Calling a function with an argument	</a:t>
            </a:r>
          </a:p>
        </p:txBody>
      </p:sp>
      <p:sp>
        <p:nvSpPr>
          <p:cNvPr id="8" name="Flowchart: Alternate Process 7">
            <a:extLst>
              <a:ext uri="{FF2B5EF4-FFF2-40B4-BE49-F238E27FC236}">
                <a16:creationId xmlns:a16="http://schemas.microsoft.com/office/drawing/2014/main" id="{75CA5EF4-578A-9C0F-7384-1E5EB4E0B3FC}"/>
              </a:ext>
            </a:extLst>
          </p:cNvPr>
          <p:cNvSpPr/>
          <p:nvPr/>
        </p:nvSpPr>
        <p:spPr>
          <a:xfrm>
            <a:off x="396873" y="1186753"/>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err="1">
                <a:solidFill>
                  <a:schemeClr val="tx1"/>
                </a:solidFill>
                <a:latin typeface="Courier New" panose="02070309020205020404" pitchFamily="49" charset="0"/>
                <a:cs typeface="Courier New" panose="02070309020205020404" pitchFamily="49" charset="0"/>
              </a:rPr>
              <a:t>say_hello</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Sarah</a:t>
            </a:r>
            <a:r>
              <a:rPr lang="en-US">
                <a:solidFill>
                  <a:schemeClr val="tx1"/>
                </a:solidFill>
                <a:latin typeface="Courier New" panose="02070309020205020404" pitchFamily="49" charset="0"/>
                <a:cs typeface="Courier New" panose="02070309020205020404" pitchFamily="49" charset="0"/>
              </a:rPr>
              <a:t>")</a:t>
            </a:r>
          </a:p>
        </p:txBody>
      </p:sp>
      <p:sp>
        <p:nvSpPr>
          <p:cNvPr id="4" name="Content Placeholder 4">
            <a:extLst>
              <a:ext uri="{FF2B5EF4-FFF2-40B4-BE49-F238E27FC236}">
                <a16:creationId xmlns:a16="http://schemas.microsoft.com/office/drawing/2014/main" id="{C14D4016-A882-FD92-F398-0B9B88546035}"/>
              </a:ext>
            </a:extLst>
          </p:cNvPr>
          <p:cNvSpPr txBox="1">
            <a:spLocks/>
          </p:cNvSpPr>
          <p:nvPr/>
        </p:nvSpPr>
        <p:spPr>
          <a:xfrm>
            <a:off x="396873" y="1965898"/>
            <a:ext cx="11398254" cy="6400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This makes your function flexible and reusable with different inputs.</a:t>
            </a:r>
            <a:r>
              <a:rPr lang="en-US" b="1"/>
              <a:t>	</a:t>
            </a:r>
          </a:p>
        </p:txBody>
      </p:sp>
    </p:spTree>
    <p:extLst>
      <p:ext uri="{BB962C8B-B14F-4D97-AF65-F5344CB8AC3E}">
        <p14:creationId xmlns:p14="http://schemas.microsoft.com/office/powerpoint/2010/main" val="6524925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A3236-7AF1-F1DD-5B4A-C8393936762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8CDD5E-9A1A-E31E-A8B9-82D7AE40BC9A}"/>
              </a:ext>
            </a:extLst>
          </p:cNvPr>
          <p:cNvSpPr>
            <a:spLocks noGrp="1"/>
          </p:cNvSpPr>
          <p:nvPr>
            <p:ph type="sldNum" sz="quarter" idx="12"/>
          </p:nvPr>
        </p:nvSpPr>
        <p:spPr/>
        <p:txBody>
          <a:bodyPr/>
          <a:lstStyle/>
          <a:p>
            <a:fld id="{DFA4CD3D-26C8-47FF-8D13-9B32BAAB4735}" type="slidenum">
              <a:rPr lang="en-US" smtClean="0"/>
              <a:t>91</a:t>
            </a:fld>
            <a:endParaRPr lang="en-US"/>
          </a:p>
        </p:txBody>
      </p:sp>
      <p:sp>
        <p:nvSpPr>
          <p:cNvPr id="3" name="Content Placeholder 4">
            <a:extLst>
              <a:ext uri="{FF2B5EF4-FFF2-40B4-BE49-F238E27FC236}">
                <a16:creationId xmlns:a16="http://schemas.microsoft.com/office/drawing/2014/main" id="{6FFC0985-83A3-66BC-7802-6A0489F90080}"/>
              </a:ext>
            </a:extLst>
          </p:cNvPr>
          <p:cNvSpPr txBox="1">
            <a:spLocks/>
          </p:cNvSpPr>
          <p:nvPr/>
        </p:nvSpPr>
        <p:spPr>
          <a:xfrm>
            <a:off x="396873" y="546672"/>
            <a:ext cx="11398254" cy="123628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Parameters vs. arguments</a:t>
            </a:r>
          </a:p>
          <a:p>
            <a:r>
              <a:rPr lang="en-US"/>
              <a:t>A </a:t>
            </a:r>
            <a:r>
              <a:rPr lang="en-US" b="1"/>
              <a:t>parameter</a:t>
            </a:r>
            <a:r>
              <a:rPr lang="en-US"/>
              <a:t> is a variable listed inside the parentheses when defining a function. It acts as a placeholder for the value the function will receive.</a:t>
            </a:r>
            <a:r>
              <a:rPr lang="en-US" b="1"/>
              <a:t>	</a:t>
            </a:r>
          </a:p>
        </p:txBody>
      </p:sp>
      <p:sp>
        <p:nvSpPr>
          <p:cNvPr id="8" name="Flowchart: Alternate Process 7">
            <a:extLst>
              <a:ext uri="{FF2B5EF4-FFF2-40B4-BE49-F238E27FC236}">
                <a16:creationId xmlns:a16="http://schemas.microsoft.com/office/drawing/2014/main" id="{35BCD883-29CB-ABD6-2DF1-D4B4193D4C3B}"/>
              </a:ext>
            </a:extLst>
          </p:cNvPr>
          <p:cNvSpPr/>
          <p:nvPr/>
        </p:nvSpPr>
        <p:spPr>
          <a:xfrm>
            <a:off x="396873" y="1907764"/>
            <a:ext cx="11053482" cy="91440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def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function_name</a:t>
            </a:r>
            <a:r>
              <a:rPr lang="en-US">
                <a:solidFill>
                  <a:schemeClr val="tx1"/>
                </a:solidFill>
                <a:latin typeface="Courier New" panose="02070309020205020404" pitchFamily="49" charset="0"/>
                <a:cs typeface="Courier New" panose="02070309020205020404" pitchFamily="49" charset="0"/>
              </a:rPr>
              <a:t>(parameter):</a:t>
            </a:r>
          </a:p>
          <a:p>
            <a:pPr marL="457200" indent="-457200"/>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 function body</a:t>
            </a:r>
          </a:p>
        </p:txBody>
      </p:sp>
      <p:sp>
        <p:nvSpPr>
          <p:cNvPr id="4" name="Content Placeholder 4">
            <a:extLst>
              <a:ext uri="{FF2B5EF4-FFF2-40B4-BE49-F238E27FC236}">
                <a16:creationId xmlns:a16="http://schemas.microsoft.com/office/drawing/2014/main" id="{3652C7DB-4186-682D-297B-929F1574A26B}"/>
              </a:ext>
            </a:extLst>
          </p:cNvPr>
          <p:cNvSpPr txBox="1">
            <a:spLocks/>
          </p:cNvSpPr>
          <p:nvPr/>
        </p:nvSpPr>
        <p:spPr>
          <a:xfrm>
            <a:off x="396873" y="3108960"/>
            <a:ext cx="11398254" cy="6400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An </a:t>
            </a:r>
            <a:r>
              <a:rPr lang="en-US" b="1"/>
              <a:t>argument</a:t>
            </a:r>
            <a:r>
              <a:rPr lang="en-US"/>
              <a:t> is the actual value you pass into a function when calling it.</a:t>
            </a:r>
            <a:r>
              <a:rPr lang="en-US" b="1"/>
              <a:t>	</a:t>
            </a:r>
          </a:p>
        </p:txBody>
      </p:sp>
      <p:sp>
        <p:nvSpPr>
          <p:cNvPr id="5" name="Flowchart: Alternate Process 4">
            <a:extLst>
              <a:ext uri="{FF2B5EF4-FFF2-40B4-BE49-F238E27FC236}">
                <a16:creationId xmlns:a16="http://schemas.microsoft.com/office/drawing/2014/main" id="{8F95DA5B-FC13-3605-63BD-7455859BEA94}"/>
              </a:ext>
            </a:extLst>
          </p:cNvPr>
          <p:cNvSpPr/>
          <p:nvPr/>
        </p:nvSpPr>
        <p:spPr>
          <a:xfrm>
            <a:off x="396873" y="3749040"/>
            <a:ext cx="11053482" cy="6400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err="1">
                <a:solidFill>
                  <a:schemeClr val="tx1"/>
                </a:solidFill>
                <a:latin typeface="Courier New" panose="02070309020205020404" pitchFamily="49" charset="0"/>
                <a:cs typeface="Courier New" panose="02070309020205020404" pitchFamily="49" charset="0"/>
              </a:rPr>
              <a:t>function_name</a:t>
            </a:r>
            <a:r>
              <a:rPr lang="en-US">
                <a:solidFill>
                  <a:schemeClr val="tx1"/>
                </a:solidFill>
                <a:latin typeface="Courier New" panose="02070309020205020404" pitchFamily="49" charset="0"/>
                <a:cs typeface="Courier New" panose="02070309020205020404" pitchFamily="49" charset="0"/>
              </a:rPr>
              <a:t>(argument):</a:t>
            </a:r>
          </a:p>
        </p:txBody>
      </p:sp>
      <p:sp>
        <p:nvSpPr>
          <p:cNvPr id="7" name="Content Placeholder 4">
            <a:extLst>
              <a:ext uri="{FF2B5EF4-FFF2-40B4-BE49-F238E27FC236}">
                <a16:creationId xmlns:a16="http://schemas.microsoft.com/office/drawing/2014/main" id="{9E6BE5A0-F009-0042-0E49-DA101017FB02}"/>
              </a:ext>
            </a:extLst>
          </p:cNvPr>
          <p:cNvSpPr txBox="1">
            <a:spLocks/>
          </p:cNvSpPr>
          <p:nvPr/>
        </p:nvSpPr>
        <p:spPr>
          <a:xfrm>
            <a:off x="396873" y="4572000"/>
            <a:ext cx="11398254" cy="9144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If a function is defined with a parameter, you must provide an argument when calling the function</a:t>
            </a:r>
            <a:r>
              <a:rPr lang="en-US" b="1"/>
              <a:t> </a:t>
            </a:r>
            <a:r>
              <a:rPr lang="en-US"/>
              <a:t>or Python will raise an error.</a:t>
            </a:r>
            <a:endParaRPr lang="en-US" b="1"/>
          </a:p>
        </p:txBody>
      </p:sp>
    </p:spTree>
    <p:extLst>
      <p:ext uri="{BB962C8B-B14F-4D97-AF65-F5344CB8AC3E}">
        <p14:creationId xmlns:p14="http://schemas.microsoft.com/office/powerpoint/2010/main" val="38483705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01D6E-E106-74FD-EDBB-B1FC70B825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F34F50-4FCC-6D53-B89E-B5617575218D}"/>
              </a:ext>
            </a:extLst>
          </p:cNvPr>
          <p:cNvSpPr>
            <a:spLocks noGrp="1"/>
          </p:cNvSpPr>
          <p:nvPr>
            <p:ph type="sldNum" sz="quarter" idx="12"/>
          </p:nvPr>
        </p:nvSpPr>
        <p:spPr/>
        <p:txBody>
          <a:bodyPr/>
          <a:lstStyle/>
          <a:p>
            <a:fld id="{DFA4CD3D-26C8-47FF-8D13-9B32BAAB4735}" type="slidenum">
              <a:rPr lang="en-US" smtClean="0"/>
              <a:t>92</a:t>
            </a:fld>
            <a:endParaRPr lang="en-US"/>
          </a:p>
        </p:txBody>
      </p:sp>
      <p:sp>
        <p:nvSpPr>
          <p:cNvPr id="3" name="Content Placeholder 4">
            <a:extLst>
              <a:ext uri="{FF2B5EF4-FFF2-40B4-BE49-F238E27FC236}">
                <a16:creationId xmlns:a16="http://schemas.microsoft.com/office/drawing/2014/main" id="{C3414B79-B36F-0994-BB37-170D14E5F9E2}"/>
              </a:ext>
            </a:extLst>
          </p:cNvPr>
          <p:cNvSpPr txBox="1">
            <a:spLocks/>
          </p:cNvSpPr>
          <p:nvPr/>
        </p:nvSpPr>
        <p:spPr>
          <a:xfrm>
            <a:off x="396873" y="546672"/>
            <a:ext cx="11398254" cy="123628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Positional vs. keyword arguments</a:t>
            </a:r>
          </a:p>
          <a:p>
            <a:r>
              <a:rPr lang="en-US"/>
              <a:t>When calling a function in Python, you can pass arguments in two main ways: </a:t>
            </a:r>
            <a:r>
              <a:rPr lang="en-US" b="1"/>
              <a:t>positional</a:t>
            </a:r>
            <a:r>
              <a:rPr lang="en-US"/>
              <a:t> and </a:t>
            </a:r>
            <a:r>
              <a:rPr lang="en-US" b="1"/>
              <a:t>keyword</a:t>
            </a:r>
            <a:r>
              <a:rPr lang="en-US"/>
              <a:t>.</a:t>
            </a:r>
            <a:r>
              <a:rPr lang="en-US" b="1"/>
              <a:t>	</a:t>
            </a:r>
          </a:p>
        </p:txBody>
      </p:sp>
      <p:sp>
        <p:nvSpPr>
          <p:cNvPr id="8" name="Flowchart: Alternate Process 7">
            <a:extLst>
              <a:ext uri="{FF2B5EF4-FFF2-40B4-BE49-F238E27FC236}">
                <a16:creationId xmlns:a16="http://schemas.microsoft.com/office/drawing/2014/main" id="{D328EAEE-FD40-73C7-F582-B24FF6E795A7}"/>
              </a:ext>
            </a:extLst>
          </p:cNvPr>
          <p:cNvSpPr/>
          <p:nvPr/>
        </p:nvSpPr>
        <p:spPr>
          <a:xfrm>
            <a:off x="396873" y="3642171"/>
            <a:ext cx="11053482" cy="109728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def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describe_pet</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animal_type</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pet_name</a:t>
            </a:r>
            <a:r>
              <a:rPr lang="en-US">
                <a:solidFill>
                  <a:schemeClr val="tx1"/>
                </a:solidFill>
                <a:latin typeface="Courier New" panose="02070309020205020404" pitchFamily="49" charset="0"/>
                <a:cs typeface="Courier New" panose="02070309020205020404" pitchFamily="49" charset="0"/>
              </a:rPr>
              <a:t>):</a:t>
            </a:r>
          </a:p>
          <a:p>
            <a:pPr marL="457200" indent="-457200"/>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print(f</a:t>
            </a:r>
            <a:r>
              <a:rPr lang="en-US">
                <a:solidFill>
                  <a:srgbClr val="00B050"/>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nI</a:t>
            </a:r>
            <a:r>
              <a:rPr lang="en-US">
                <a:solidFill>
                  <a:srgbClr val="00B050"/>
                </a:solidFill>
                <a:latin typeface="Courier New" panose="02070309020205020404" pitchFamily="49" charset="0"/>
                <a:cs typeface="Courier New" panose="02070309020205020404" pitchFamily="49" charset="0"/>
              </a:rPr>
              <a:t> have a </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animal_type</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print(f</a:t>
            </a:r>
            <a:r>
              <a:rPr lang="en-US">
                <a:solidFill>
                  <a:srgbClr val="00B050"/>
                </a:solidFill>
                <a:latin typeface="Courier New" panose="02070309020205020404" pitchFamily="49" charset="0"/>
                <a:cs typeface="Courier New" panose="02070309020205020404" pitchFamily="49" charset="0"/>
              </a:rPr>
              <a:t>"\n My </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animal_type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 name is </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pet_name.title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a:t>
            </a:r>
          </a:p>
        </p:txBody>
      </p:sp>
      <p:sp>
        <p:nvSpPr>
          <p:cNvPr id="4" name="Content Placeholder 4">
            <a:extLst>
              <a:ext uri="{FF2B5EF4-FFF2-40B4-BE49-F238E27FC236}">
                <a16:creationId xmlns:a16="http://schemas.microsoft.com/office/drawing/2014/main" id="{C3CEBACD-5185-9B57-207F-BBF95D9AE853}"/>
              </a:ext>
            </a:extLst>
          </p:cNvPr>
          <p:cNvSpPr txBox="1">
            <a:spLocks/>
          </p:cNvSpPr>
          <p:nvPr/>
        </p:nvSpPr>
        <p:spPr>
          <a:xfrm>
            <a:off x="396873" y="1965833"/>
            <a:ext cx="11398254" cy="189179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Positional arguments</a:t>
            </a:r>
          </a:p>
          <a:p>
            <a:r>
              <a:rPr lang="en-US"/>
              <a:t>By default, Python matches arguments to parameters based on their </a:t>
            </a:r>
            <a:r>
              <a:rPr lang="en-US" b="1"/>
              <a:t>position </a:t>
            </a:r>
            <a:r>
              <a:rPr lang="en-US"/>
              <a:t>in the functional call. The first argument is assigned to the first parameter, the second to the second, and so on.</a:t>
            </a:r>
          </a:p>
        </p:txBody>
      </p:sp>
    </p:spTree>
    <p:extLst>
      <p:ext uri="{BB962C8B-B14F-4D97-AF65-F5344CB8AC3E}">
        <p14:creationId xmlns:p14="http://schemas.microsoft.com/office/powerpoint/2010/main" val="23568740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FD79D-2386-B431-7454-1DC9F6931A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0CD08E-2988-89AE-B27A-792069338A3E}"/>
              </a:ext>
            </a:extLst>
          </p:cNvPr>
          <p:cNvSpPr>
            <a:spLocks noGrp="1"/>
          </p:cNvSpPr>
          <p:nvPr>
            <p:ph type="sldNum" sz="quarter" idx="12"/>
          </p:nvPr>
        </p:nvSpPr>
        <p:spPr/>
        <p:txBody>
          <a:bodyPr/>
          <a:lstStyle/>
          <a:p>
            <a:fld id="{DFA4CD3D-26C8-47FF-8D13-9B32BAAB4735}" type="slidenum">
              <a:rPr lang="en-US" smtClean="0"/>
              <a:t>93</a:t>
            </a:fld>
            <a:endParaRPr lang="en-US"/>
          </a:p>
        </p:txBody>
      </p:sp>
      <p:sp>
        <p:nvSpPr>
          <p:cNvPr id="8" name="Flowchart: Alternate Process 7">
            <a:extLst>
              <a:ext uri="{FF2B5EF4-FFF2-40B4-BE49-F238E27FC236}">
                <a16:creationId xmlns:a16="http://schemas.microsoft.com/office/drawing/2014/main" id="{9A07A822-D6DD-165D-5F95-09EFD6087A54}"/>
              </a:ext>
            </a:extLst>
          </p:cNvPr>
          <p:cNvSpPr/>
          <p:nvPr/>
        </p:nvSpPr>
        <p:spPr>
          <a:xfrm>
            <a:off x="396873" y="2314362"/>
            <a:ext cx="11053482" cy="1891791"/>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def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describe_pet</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pet_name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name</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animal_type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species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print(f</a:t>
            </a:r>
            <a:r>
              <a:rPr lang="en-US">
                <a:solidFill>
                  <a:srgbClr val="00B050"/>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nI</a:t>
            </a:r>
            <a:r>
              <a:rPr lang="en-US">
                <a:solidFill>
                  <a:srgbClr val="00B050"/>
                </a:solidFill>
                <a:latin typeface="Courier New" panose="02070309020205020404" pitchFamily="49" charset="0"/>
                <a:cs typeface="Courier New" panose="02070309020205020404" pitchFamily="49" charset="0"/>
              </a:rPr>
              <a:t> have a </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animal_type</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print(f</a:t>
            </a:r>
            <a:r>
              <a:rPr lang="en-US">
                <a:solidFill>
                  <a:srgbClr val="00B050"/>
                </a:solidFill>
                <a:latin typeface="Courier New" panose="02070309020205020404" pitchFamily="49" charset="0"/>
                <a:cs typeface="Courier New" panose="02070309020205020404" pitchFamily="49" charset="0"/>
              </a:rPr>
              <a:t>"\n My </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animal_type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 name is </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pet_name.title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a:t>
            </a:r>
            <a:r>
              <a:rPr lang="en-US">
                <a:solidFill>
                  <a:schemeClr val="tx1"/>
                </a:solidFill>
                <a:latin typeface="Courier New" panose="02070309020205020404" pitchFamily="49" charset="0"/>
                <a:cs typeface="Courier New" panose="02070309020205020404" pitchFamily="49" charset="0"/>
              </a:rPr>
              <a:t>")</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err="1">
                <a:solidFill>
                  <a:schemeClr val="tx1"/>
                </a:solidFill>
                <a:latin typeface="Courier New" panose="02070309020205020404" pitchFamily="49" charset="0"/>
                <a:cs typeface="Courier New" panose="02070309020205020404" pitchFamily="49" charset="0"/>
              </a:rPr>
              <a:t>pet_description</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describe_pet</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pet_name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Charlotte</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animal_type</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spider</a:t>
            </a:r>
            <a:r>
              <a:rPr lang="en-US">
                <a:solidFill>
                  <a:schemeClr val="tx1"/>
                </a:solidFill>
                <a:latin typeface="Courier New" panose="02070309020205020404" pitchFamily="49" charset="0"/>
                <a:cs typeface="Courier New" panose="02070309020205020404" pitchFamily="49" charset="0"/>
              </a:rPr>
              <a:t>')</a:t>
            </a:r>
          </a:p>
          <a:p>
            <a:pPr marL="457200" indent="-457200"/>
            <a:endParaRPr lang="en-US">
              <a:solidFill>
                <a:schemeClr val="tx1"/>
              </a:solidFill>
              <a:latin typeface="Courier New" panose="02070309020205020404" pitchFamily="49" charset="0"/>
              <a:cs typeface="Courier New" panose="02070309020205020404" pitchFamily="49" charset="0"/>
            </a:endParaRPr>
          </a:p>
        </p:txBody>
      </p:sp>
      <p:sp>
        <p:nvSpPr>
          <p:cNvPr id="4" name="Content Placeholder 4">
            <a:extLst>
              <a:ext uri="{FF2B5EF4-FFF2-40B4-BE49-F238E27FC236}">
                <a16:creationId xmlns:a16="http://schemas.microsoft.com/office/drawing/2014/main" id="{F96602B6-6224-28E3-19FF-1C348A492BAF}"/>
              </a:ext>
            </a:extLst>
          </p:cNvPr>
          <p:cNvSpPr txBox="1">
            <a:spLocks/>
          </p:cNvSpPr>
          <p:nvPr/>
        </p:nvSpPr>
        <p:spPr>
          <a:xfrm>
            <a:off x="396873" y="587913"/>
            <a:ext cx="11398254" cy="189179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Keyword arguments</a:t>
            </a:r>
          </a:p>
          <a:p>
            <a:r>
              <a:rPr lang="en-US"/>
              <a:t>With keyword arguments, you explicitly specify which value goes to which parameter using the </a:t>
            </a:r>
            <a:r>
              <a:rPr lang="en-US" b="1">
                <a:solidFill>
                  <a:srgbClr val="7030A0"/>
                </a:solidFill>
              </a:rPr>
              <a:t>parameter=value</a:t>
            </a:r>
            <a:r>
              <a:rPr lang="en-US">
                <a:solidFill>
                  <a:srgbClr val="7030A0"/>
                </a:solidFill>
              </a:rPr>
              <a:t> </a:t>
            </a:r>
            <a:r>
              <a:rPr lang="en-US"/>
              <a:t>syntax. This removes the dependency on the order of arguments.</a:t>
            </a:r>
          </a:p>
        </p:txBody>
      </p:sp>
    </p:spTree>
    <p:extLst>
      <p:ext uri="{BB962C8B-B14F-4D97-AF65-F5344CB8AC3E}">
        <p14:creationId xmlns:p14="http://schemas.microsoft.com/office/powerpoint/2010/main" val="400871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4DF2F-F4B7-12A8-826E-E744B08752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BE1A7A-C503-DBB6-B080-1B91C3647A54}"/>
              </a:ext>
            </a:extLst>
          </p:cNvPr>
          <p:cNvSpPr>
            <a:spLocks noGrp="1"/>
          </p:cNvSpPr>
          <p:nvPr>
            <p:ph type="sldNum" sz="quarter" idx="12"/>
          </p:nvPr>
        </p:nvSpPr>
        <p:spPr/>
        <p:txBody>
          <a:bodyPr/>
          <a:lstStyle/>
          <a:p>
            <a:fld id="{DFA4CD3D-26C8-47FF-8D13-9B32BAAB4735}" type="slidenum">
              <a:rPr lang="en-US" smtClean="0"/>
              <a:t>94</a:t>
            </a:fld>
            <a:endParaRPr lang="en-US"/>
          </a:p>
        </p:txBody>
      </p:sp>
      <p:sp>
        <p:nvSpPr>
          <p:cNvPr id="8" name="Flowchart: Alternate Process 7">
            <a:extLst>
              <a:ext uri="{FF2B5EF4-FFF2-40B4-BE49-F238E27FC236}">
                <a16:creationId xmlns:a16="http://schemas.microsoft.com/office/drawing/2014/main" id="{082B01CB-0EFA-431B-1D41-BEC7632F8965}"/>
              </a:ext>
            </a:extLst>
          </p:cNvPr>
          <p:cNvSpPr/>
          <p:nvPr/>
        </p:nvSpPr>
        <p:spPr>
          <a:xfrm>
            <a:off x="396873" y="2331805"/>
            <a:ext cx="11053482" cy="1891791"/>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def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format_name</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first_name</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last_name</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full_name</a:t>
            </a:r>
            <a:r>
              <a:rPr lang="en-US">
                <a:solidFill>
                  <a:schemeClr val="tx1"/>
                </a:solidFill>
                <a:latin typeface="Courier New" panose="02070309020205020404" pitchFamily="49" charset="0"/>
                <a:cs typeface="Courier New" panose="02070309020205020404" pitchFamily="49" charset="0"/>
              </a:rPr>
              <a:t>=f"{</a:t>
            </a:r>
            <a:r>
              <a:rPr lang="en-US" err="1">
                <a:solidFill>
                  <a:schemeClr val="tx1"/>
                </a:solidFill>
                <a:latin typeface="Courier New" panose="02070309020205020404" pitchFamily="49" charset="0"/>
                <a:cs typeface="Courier New" panose="02070309020205020404" pitchFamily="49" charset="0"/>
              </a:rPr>
              <a:t>first_name</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last_name</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return</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full_name.title</a:t>
            </a:r>
            <a:r>
              <a:rPr lang="en-US">
                <a:solidFill>
                  <a:schemeClr val="tx1"/>
                </a:solidFill>
                <a:latin typeface="Courier New" panose="02070309020205020404" pitchFamily="49" charset="0"/>
                <a:cs typeface="Courier New" panose="02070309020205020404" pitchFamily="49" charset="0"/>
              </a:rPr>
              <a:t>()</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a:solidFill>
                  <a:schemeClr val="tx1"/>
                </a:solidFill>
                <a:latin typeface="Courier New" panose="02070309020205020404" pitchFamily="49" charset="0"/>
                <a:cs typeface="Courier New" panose="02070309020205020404" pitchFamily="49" charset="0"/>
              </a:rPr>
              <a:t>name=</a:t>
            </a:r>
            <a:r>
              <a:rPr lang="en-US" err="1">
                <a:solidFill>
                  <a:schemeClr val="tx1"/>
                </a:solidFill>
                <a:latin typeface="Courier New" panose="02070309020205020404" pitchFamily="49" charset="0"/>
                <a:cs typeface="Courier New" panose="02070309020205020404" pitchFamily="49" charset="0"/>
              </a:rPr>
              <a:t>format_name</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sarah</a:t>
            </a:r>
            <a:r>
              <a:rPr lang="en-US">
                <a:solidFill>
                  <a:schemeClr val="tx1"/>
                </a:solidFill>
                <a:latin typeface="Courier New" panose="02070309020205020404" pitchFamily="49" charset="0"/>
                <a:cs typeface="Courier New" panose="02070309020205020404" pitchFamily="49" charset="0"/>
              </a:rPr>
              <a:t>','murphy')</a:t>
            </a:r>
          </a:p>
          <a:p>
            <a:pPr marL="457200" indent="-457200"/>
            <a:r>
              <a:rPr lang="en-US">
                <a:solidFill>
                  <a:schemeClr val="tx1"/>
                </a:solidFill>
                <a:latin typeface="Courier New" panose="02070309020205020404" pitchFamily="49" charset="0"/>
                <a:cs typeface="Courier New" panose="02070309020205020404" pitchFamily="49" charset="0"/>
              </a:rPr>
              <a:t>print(name)</a:t>
            </a:r>
          </a:p>
          <a:p>
            <a:pPr marL="457200" indent="-457200"/>
            <a:endParaRPr lang="en-US">
              <a:solidFill>
                <a:schemeClr val="tx1"/>
              </a:solidFill>
              <a:latin typeface="Courier New" panose="02070309020205020404" pitchFamily="49" charset="0"/>
              <a:cs typeface="Courier New" panose="02070309020205020404" pitchFamily="49" charset="0"/>
            </a:endParaRPr>
          </a:p>
        </p:txBody>
      </p:sp>
      <p:sp>
        <p:nvSpPr>
          <p:cNvPr id="4" name="Content Placeholder 4">
            <a:extLst>
              <a:ext uri="{FF2B5EF4-FFF2-40B4-BE49-F238E27FC236}">
                <a16:creationId xmlns:a16="http://schemas.microsoft.com/office/drawing/2014/main" id="{24D097BC-9F81-DBE3-3DE6-A2F0871AA1BC}"/>
              </a:ext>
            </a:extLst>
          </p:cNvPr>
          <p:cNvSpPr txBox="1">
            <a:spLocks/>
          </p:cNvSpPr>
          <p:nvPr/>
        </p:nvSpPr>
        <p:spPr>
          <a:xfrm>
            <a:off x="396873" y="587913"/>
            <a:ext cx="11398254" cy="155448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Return values from functions</a:t>
            </a:r>
          </a:p>
          <a:p>
            <a:r>
              <a:rPr lang="en-US"/>
              <a:t>So far we've used </a:t>
            </a:r>
            <a:r>
              <a:rPr lang="en-US" b="1">
                <a:solidFill>
                  <a:srgbClr val="7030A0"/>
                </a:solidFill>
              </a:rPr>
              <a:t>print() </a:t>
            </a:r>
            <a:r>
              <a:rPr lang="en-US"/>
              <a:t>to display output from functions. However, functions can also </a:t>
            </a:r>
            <a:r>
              <a:rPr lang="en-US" b="1"/>
              <a:t>return values</a:t>
            </a:r>
            <a:r>
              <a:rPr lang="en-US"/>
              <a:t> using the </a:t>
            </a:r>
            <a:r>
              <a:rPr lang="en-US" b="1">
                <a:solidFill>
                  <a:srgbClr val="7030A0"/>
                </a:solidFill>
              </a:rPr>
              <a:t>return</a:t>
            </a:r>
            <a:r>
              <a:rPr lang="en-US"/>
              <a:t> statement. This allows you to store the result and use it later.</a:t>
            </a:r>
          </a:p>
        </p:txBody>
      </p:sp>
      <p:sp>
        <p:nvSpPr>
          <p:cNvPr id="3" name="Content Placeholder 4">
            <a:extLst>
              <a:ext uri="{FF2B5EF4-FFF2-40B4-BE49-F238E27FC236}">
                <a16:creationId xmlns:a16="http://schemas.microsoft.com/office/drawing/2014/main" id="{B6552970-DD77-EB07-23BE-2AF16CE51E51}"/>
              </a:ext>
            </a:extLst>
          </p:cNvPr>
          <p:cNvSpPr txBox="1">
            <a:spLocks/>
          </p:cNvSpPr>
          <p:nvPr/>
        </p:nvSpPr>
        <p:spPr>
          <a:xfrm>
            <a:off x="396873" y="4536609"/>
            <a:ext cx="11398254" cy="93051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Returning values is useful when you want to process data and use the result elsewhere in your program.</a:t>
            </a:r>
          </a:p>
        </p:txBody>
      </p:sp>
    </p:spTree>
    <p:extLst>
      <p:ext uri="{BB962C8B-B14F-4D97-AF65-F5344CB8AC3E}">
        <p14:creationId xmlns:p14="http://schemas.microsoft.com/office/powerpoint/2010/main" val="7944804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E8B2A-8AE6-C08B-A64C-49D8C3146C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E29386-C010-46CF-CB6B-0DF1C3F1E7C1}"/>
              </a:ext>
            </a:extLst>
          </p:cNvPr>
          <p:cNvSpPr>
            <a:spLocks noGrp="1"/>
          </p:cNvSpPr>
          <p:nvPr>
            <p:ph type="sldNum" sz="quarter" idx="12"/>
          </p:nvPr>
        </p:nvSpPr>
        <p:spPr/>
        <p:txBody>
          <a:bodyPr/>
          <a:lstStyle/>
          <a:p>
            <a:fld id="{DFA4CD3D-26C8-47FF-8D13-9B32BAAB4735}" type="slidenum">
              <a:rPr lang="en-US" smtClean="0"/>
              <a:t>95</a:t>
            </a:fld>
            <a:endParaRPr lang="en-US"/>
          </a:p>
        </p:txBody>
      </p:sp>
      <p:sp>
        <p:nvSpPr>
          <p:cNvPr id="3" name="Title 2">
            <a:extLst>
              <a:ext uri="{FF2B5EF4-FFF2-40B4-BE49-F238E27FC236}">
                <a16:creationId xmlns:a16="http://schemas.microsoft.com/office/drawing/2014/main" id="{C8599362-C2E2-207C-0271-EC2D534DFEED}"/>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Exercise 9: Functions</a:t>
            </a:r>
          </a:p>
        </p:txBody>
      </p:sp>
      <p:pic>
        <p:nvPicPr>
          <p:cNvPr id="8" name="Content Placeholder 7">
            <a:extLst>
              <a:ext uri="{FF2B5EF4-FFF2-40B4-BE49-F238E27FC236}">
                <a16:creationId xmlns:a16="http://schemas.microsoft.com/office/drawing/2014/main" id="{CAC88E64-EA6B-CF09-CF88-0E17705CB6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386" y="553585"/>
            <a:ext cx="822960" cy="822960"/>
          </a:xfrm>
          <a:prstGeom prst="rect">
            <a:avLst/>
          </a:prstGeom>
        </p:spPr>
      </p:pic>
      <p:sp>
        <p:nvSpPr>
          <p:cNvPr id="10" name="TextBox 9">
            <a:extLst>
              <a:ext uri="{FF2B5EF4-FFF2-40B4-BE49-F238E27FC236}">
                <a16:creationId xmlns:a16="http://schemas.microsoft.com/office/drawing/2014/main" id="{17D38F63-B6A1-A68B-ECFA-E494CAB12D8F}"/>
              </a:ext>
            </a:extLst>
          </p:cNvPr>
          <p:cNvSpPr txBox="1"/>
          <p:nvPr/>
        </p:nvSpPr>
        <p:spPr>
          <a:xfrm>
            <a:off x="327386" y="1909560"/>
            <a:ext cx="11467741" cy="461665"/>
          </a:xfrm>
          <a:prstGeom prst="rect">
            <a:avLst/>
          </a:prstGeom>
          <a:noFill/>
        </p:spPr>
        <p:txBody>
          <a:bodyPr wrap="square" rtlCol="0">
            <a:spAutoFit/>
          </a:bodyPr>
          <a:lstStyle/>
          <a:p>
            <a:r>
              <a:rPr lang="en-US" sz="2400"/>
              <a:t>Make a function that transforms a book title to lower case, then call your function.</a:t>
            </a:r>
            <a:endParaRPr lang="en-US" sz="2400">
              <a:solidFill>
                <a:srgbClr val="7030A0"/>
              </a:solidFill>
            </a:endParaRPr>
          </a:p>
        </p:txBody>
      </p:sp>
      <p:sp>
        <p:nvSpPr>
          <p:cNvPr id="4" name="Flowchart: Alternate Process 3">
            <a:extLst>
              <a:ext uri="{FF2B5EF4-FFF2-40B4-BE49-F238E27FC236}">
                <a16:creationId xmlns:a16="http://schemas.microsoft.com/office/drawing/2014/main" id="{A85B2BD5-69BB-E1C7-978C-001B4668A994}"/>
              </a:ext>
            </a:extLst>
          </p:cNvPr>
          <p:cNvSpPr/>
          <p:nvPr/>
        </p:nvSpPr>
        <p:spPr>
          <a:xfrm>
            <a:off x="327386" y="2594986"/>
            <a:ext cx="11053482" cy="118644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 define your function first. Give it a name and assign a parameter.</a:t>
            </a:r>
          </a:p>
          <a:p>
            <a:pPr marL="457200" indent="-457200"/>
            <a:r>
              <a:rPr lang="en-US">
                <a:solidFill>
                  <a:schemeClr val="tx1"/>
                </a:solidFill>
                <a:latin typeface="Courier New" panose="02070309020205020404" pitchFamily="49" charset="0"/>
                <a:cs typeface="Courier New" panose="02070309020205020404" pitchFamily="49" charset="0"/>
              </a:rPr>
              <a:t>	# your code block here</a:t>
            </a:r>
          </a:p>
          <a:p>
            <a:pPr marL="457200" indent="-457200"/>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return </a:t>
            </a:r>
            <a:r>
              <a:rPr lang="en-US">
                <a:solidFill>
                  <a:schemeClr val="tx1"/>
                </a:solidFill>
                <a:latin typeface="Courier New" panose="02070309020205020404" pitchFamily="49" charset="0"/>
                <a:cs typeface="Courier New" panose="02070309020205020404" pitchFamily="49" charset="0"/>
              </a:rPr>
              <a:t>#your code here</a:t>
            </a:r>
          </a:p>
          <a:p>
            <a:pPr marL="457200" indent="-457200"/>
            <a:endParaRPr lang="en-US">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148725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B14B89-44E4-C5DC-5E24-797DB516E0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AD50BE-865B-E048-793F-23A706B8C1CC}"/>
              </a:ext>
            </a:extLst>
          </p:cNvPr>
          <p:cNvSpPr>
            <a:spLocks noGrp="1"/>
          </p:cNvSpPr>
          <p:nvPr>
            <p:ph type="sldNum" sz="quarter" idx="12"/>
          </p:nvPr>
        </p:nvSpPr>
        <p:spPr/>
        <p:txBody>
          <a:bodyPr/>
          <a:lstStyle/>
          <a:p>
            <a:fld id="{DFA4CD3D-26C8-47FF-8D13-9B32BAAB4735}" type="slidenum">
              <a:rPr lang="en-US" smtClean="0"/>
              <a:t>96</a:t>
            </a:fld>
            <a:endParaRPr lang="en-US"/>
          </a:p>
        </p:txBody>
      </p:sp>
      <p:sp>
        <p:nvSpPr>
          <p:cNvPr id="3" name="Title 2">
            <a:extLst>
              <a:ext uri="{FF2B5EF4-FFF2-40B4-BE49-F238E27FC236}">
                <a16:creationId xmlns:a16="http://schemas.microsoft.com/office/drawing/2014/main" id="{F9D3AC4D-3459-5155-E56F-09FE36C34CD2}"/>
              </a:ext>
            </a:extLst>
          </p:cNvPr>
          <p:cNvSpPr>
            <a:spLocks noGrp="1"/>
          </p:cNvSpPr>
          <p:nvPr>
            <p:ph type="title"/>
          </p:nvPr>
        </p:nvSpPr>
        <p:spPr>
          <a:xfrm>
            <a:off x="327386" y="507865"/>
            <a:ext cx="11537227" cy="914400"/>
          </a:xfrm>
          <a:solidFill>
            <a:srgbClr val="C00000">
              <a:alpha val="20000"/>
            </a:srgbClr>
          </a:solidFill>
        </p:spPr>
        <p:txBody>
          <a:bodyPr anchor="ctr" anchorCtr="0"/>
          <a:lstStyle/>
          <a:p>
            <a:pPr>
              <a:spcBef>
                <a:spcPts val="2400"/>
              </a:spcBef>
              <a:spcAft>
                <a:spcPts val="1200"/>
              </a:spcAft>
            </a:pPr>
            <a:r>
              <a:rPr lang="en-US">
                <a:solidFill>
                  <a:schemeClr val="tx1"/>
                </a:solidFill>
              </a:rPr>
              <a:t>	</a:t>
            </a:r>
            <a:r>
              <a:rPr lang="en-US">
                <a:solidFill>
                  <a:schemeClr val="tx1"/>
                </a:solidFill>
                <a:latin typeface="Buckeye Serif 2 SemiBold" pitchFamily="2" charset="0"/>
                <a:ea typeface="Buckeye Serif 2 SemiBold" pitchFamily="2" charset="0"/>
              </a:rPr>
              <a:t>Solution</a:t>
            </a:r>
          </a:p>
        </p:txBody>
      </p:sp>
      <p:pic>
        <p:nvPicPr>
          <p:cNvPr id="5" name="Picture 4">
            <a:extLst>
              <a:ext uri="{FF2B5EF4-FFF2-40B4-BE49-F238E27FC236}">
                <a16:creationId xmlns:a16="http://schemas.microsoft.com/office/drawing/2014/main" id="{A5A6D90C-650A-21C4-1741-2EEF72A4C7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02" y="599305"/>
            <a:ext cx="822960" cy="822960"/>
          </a:xfrm>
          <a:prstGeom prst="rect">
            <a:avLst/>
          </a:prstGeom>
        </p:spPr>
      </p:pic>
      <p:sp>
        <p:nvSpPr>
          <p:cNvPr id="11" name="Flowchart: Alternate Process 10">
            <a:extLst>
              <a:ext uri="{FF2B5EF4-FFF2-40B4-BE49-F238E27FC236}">
                <a16:creationId xmlns:a16="http://schemas.microsoft.com/office/drawing/2014/main" id="{5EEB35B8-B89A-7213-34CD-FE4AFEBD31B8}"/>
              </a:ext>
            </a:extLst>
          </p:cNvPr>
          <p:cNvSpPr/>
          <p:nvPr/>
        </p:nvSpPr>
        <p:spPr>
          <a:xfrm>
            <a:off x="327386" y="1943293"/>
            <a:ext cx="11053482" cy="128016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b="1">
                <a:solidFill>
                  <a:schemeClr val="tx1"/>
                </a:solidFill>
                <a:latin typeface="Courier New" panose="02070309020205020404" pitchFamily="49" charset="0"/>
                <a:cs typeface="Courier New" panose="02070309020205020404" pitchFamily="49" charset="0"/>
              </a:rPr>
              <a:t>def</a:t>
            </a:r>
            <a:r>
              <a:rPr lang="en-US">
                <a:solidFill>
                  <a:schemeClr val="tx1"/>
                </a:solidFill>
                <a:latin typeface="Courier New" panose="02070309020205020404" pitchFamily="49" charset="0"/>
                <a:cs typeface="Courier New" panose="02070309020205020404" pitchFamily="49" charset="0"/>
              </a:rPr>
              <a:t> lowercase(title):</a:t>
            </a:r>
          </a:p>
          <a:p>
            <a:pPr marL="457200" indent="-457200"/>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lowercase_title</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title.lower</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	</a:t>
            </a:r>
            <a:r>
              <a:rPr lang="en-US" b="1">
                <a:solidFill>
                  <a:schemeClr val="tx1"/>
                </a:solidFill>
                <a:latin typeface="Courier New" panose="02070309020205020404" pitchFamily="49" charset="0"/>
                <a:cs typeface="Courier New" panose="02070309020205020404" pitchFamily="49" charset="0"/>
              </a:rPr>
              <a:t>return</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lowercase_title</a:t>
            </a:r>
            <a:r>
              <a:rPr lang="en-US">
                <a:solidFill>
                  <a:schemeClr val="tx1"/>
                </a:solidFill>
                <a:latin typeface="Courier New" panose="02070309020205020404" pitchFamily="49" charset="0"/>
                <a:cs typeface="Courier New" panose="02070309020205020404" pitchFamily="49" charset="0"/>
              </a:rPr>
              <a:t>	</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a:solidFill>
                  <a:schemeClr val="tx1"/>
                </a:solidFill>
                <a:latin typeface="Courier New" panose="02070309020205020404" pitchFamily="49" charset="0"/>
                <a:cs typeface="Courier New" panose="02070309020205020404" pitchFamily="49" charset="0"/>
              </a:rPr>
              <a:t>book = "</a:t>
            </a:r>
            <a:r>
              <a:rPr lang="en-US">
                <a:solidFill>
                  <a:srgbClr val="00B050"/>
                </a:solidFill>
                <a:latin typeface="Courier New" panose="02070309020205020404" pitchFamily="49" charset="0"/>
                <a:cs typeface="Courier New" panose="02070309020205020404" pitchFamily="49" charset="0"/>
              </a:rPr>
              <a:t>Lonesome Dove</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708202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1183D4-8823-901E-4FC3-2A2CB29BDA5D}"/>
              </a:ext>
            </a:extLst>
          </p:cNvPr>
          <p:cNvSpPr>
            <a:spLocks noGrp="1"/>
          </p:cNvSpPr>
          <p:nvPr>
            <p:ph type="sldNum" sz="quarter" idx="12"/>
          </p:nvPr>
        </p:nvSpPr>
        <p:spPr/>
        <p:txBody>
          <a:bodyPr/>
          <a:lstStyle/>
          <a:p>
            <a:fld id="{DFA4CD3D-26C8-47FF-8D13-9B32BAAB4735}" type="slidenum">
              <a:rPr lang="en-US" smtClean="0"/>
              <a:t>97</a:t>
            </a:fld>
            <a:endParaRPr lang="en-US"/>
          </a:p>
        </p:txBody>
      </p:sp>
      <p:sp>
        <p:nvSpPr>
          <p:cNvPr id="3" name="Title 2">
            <a:extLst>
              <a:ext uri="{FF2B5EF4-FFF2-40B4-BE49-F238E27FC236}">
                <a16:creationId xmlns:a16="http://schemas.microsoft.com/office/drawing/2014/main" id="{2A5C424D-FE14-2772-346F-A9D7C9EAF940}"/>
              </a:ext>
            </a:extLst>
          </p:cNvPr>
          <p:cNvSpPr>
            <a:spLocks noGrp="1"/>
          </p:cNvSpPr>
          <p:nvPr>
            <p:ph type="title"/>
          </p:nvPr>
        </p:nvSpPr>
        <p:spPr/>
        <p:txBody>
          <a:bodyPr/>
          <a:lstStyle/>
          <a:p>
            <a:r>
              <a:rPr lang="en-US"/>
              <a:t>Export data to CSV file</a:t>
            </a:r>
          </a:p>
        </p:txBody>
      </p:sp>
      <p:sp>
        <p:nvSpPr>
          <p:cNvPr id="5" name="Content Placeholder 4">
            <a:extLst>
              <a:ext uri="{FF2B5EF4-FFF2-40B4-BE49-F238E27FC236}">
                <a16:creationId xmlns:a16="http://schemas.microsoft.com/office/drawing/2014/main" id="{F05CDDE4-0BDC-5D8F-EB8D-55BD19992F4F}"/>
              </a:ext>
            </a:extLst>
          </p:cNvPr>
          <p:cNvSpPr>
            <a:spLocks noGrp="1"/>
          </p:cNvSpPr>
          <p:nvPr>
            <p:ph idx="1"/>
          </p:nvPr>
        </p:nvSpPr>
        <p:spPr/>
        <p:txBody>
          <a:bodyPr/>
          <a:lstStyle/>
          <a:p>
            <a:r>
              <a:rPr lang="en-US"/>
              <a:t>You can export data to a </a:t>
            </a:r>
            <a:r>
              <a:rPr lang="en-US" b="1">
                <a:solidFill>
                  <a:srgbClr val="7030A0"/>
                </a:solidFill>
              </a:rPr>
              <a:t>.csv </a:t>
            </a:r>
            <a:r>
              <a:rPr lang="en-US"/>
              <a:t>file using either the built-in </a:t>
            </a:r>
            <a:r>
              <a:rPr lang="en-US">
                <a:solidFill>
                  <a:srgbClr val="7030A0"/>
                </a:solidFill>
              </a:rPr>
              <a:t>csv</a:t>
            </a:r>
            <a:r>
              <a:rPr lang="en-US"/>
              <a:t> module or the powerful </a:t>
            </a:r>
            <a:r>
              <a:rPr lang="en-US" b="1"/>
              <a:t>Pandas</a:t>
            </a:r>
            <a:r>
              <a:rPr lang="en-US"/>
              <a:t> library.</a:t>
            </a:r>
          </a:p>
        </p:txBody>
      </p:sp>
    </p:spTree>
    <p:extLst>
      <p:ext uri="{BB962C8B-B14F-4D97-AF65-F5344CB8AC3E}">
        <p14:creationId xmlns:p14="http://schemas.microsoft.com/office/powerpoint/2010/main" val="40300259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5968FC-3C69-8324-C478-60F2D41F1E1D}"/>
              </a:ext>
            </a:extLst>
          </p:cNvPr>
          <p:cNvSpPr>
            <a:spLocks noGrp="1"/>
          </p:cNvSpPr>
          <p:nvPr>
            <p:ph type="sldNum" sz="quarter" idx="12"/>
          </p:nvPr>
        </p:nvSpPr>
        <p:spPr/>
        <p:txBody>
          <a:bodyPr/>
          <a:lstStyle/>
          <a:p>
            <a:fld id="{DFA4CD3D-26C8-47FF-8D13-9B32BAAB4735}" type="slidenum">
              <a:rPr lang="en-US" smtClean="0"/>
              <a:t>98</a:t>
            </a:fld>
            <a:endParaRPr lang="en-US"/>
          </a:p>
        </p:txBody>
      </p:sp>
      <p:sp>
        <p:nvSpPr>
          <p:cNvPr id="7" name="Flowchart: Alternate Process 6">
            <a:extLst>
              <a:ext uri="{FF2B5EF4-FFF2-40B4-BE49-F238E27FC236}">
                <a16:creationId xmlns:a16="http://schemas.microsoft.com/office/drawing/2014/main" id="{A34F0346-7FA9-D69F-2289-A19666C6FE92}"/>
              </a:ext>
            </a:extLst>
          </p:cNvPr>
          <p:cNvSpPr/>
          <p:nvPr/>
        </p:nvSpPr>
        <p:spPr>
          <a:xfrm>
            <a:off x="396873" y="361950"/>
            <a:ext cx="11053482" cy="544829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import csv </a:t>
            </a:r>
          </a:p>
          <a:p>
            <a:pPr marL="457200" indent="-457200"/>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STEP 1 - CREATE EMPTY DATASET AND DEFINE CSV HEADINGS #####</a:t>
            </a:r>
          </a:p>
          <a:p>
            <a:endParaRPr lang="en-US">
              <a:solidFill>
                <a:schemeClr val="tx1"/>
              </a:solidFill>
              <a:latin typeface="Courier New" panose="02070309020205020404" pitchFamily="49" charset="0"/>
              <a:cs typeface="Courier New" panose="02070309020205020404" pitchFamily="49" charset="0"/>
            </a:endParaRPr>
          </a:p>
          <a:p>
            <a:r>
              <a:rPr lang="en-US" err="1">
                <a:solidFill>
                  <a:schemeClr val="tx1"/>
                </a:solidFill>
                <a:latin typeface="Courier New" panose="02070309020205020404" pitchFamily="49" charset="0"/>
                <a:cs typeface="Courier New" panose="02070309020205020404" pitchFamily="49" charset="0"/>
              </a:rPr>
              <a:t>dataSet</a:t>
            </a:r>
            <a:r>
              <a:rPr lang="en-US">
                <a:solidFill>
                  <a:schemeClr val="tx1"/>
                </a:solidFill>
                <a:latin typeface="Courier New" panose="02070309020205020404" pitchFamily="49" charset="0"/>
                <a:cs typeface="Courier New" panose="02070309020205020404" pitchFamily="49" charset="0"/>
              </a:rPr>
              <a:t>=[] columns=['institution_name','year_founded','school_colors','mascot','students','endowment'] # for CSV headings </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STEP 2 - DEFINE FUNCTION TO WRITE RESULTS TO CSV FILE #####</a:t>
            </a:r>
          </a:p>
          <a:p>
            <a:r>
              <a:rPr lang="en-US">
                <a:solidFill>
                  <a:schemeClr val="tx1"/>
                </a:solidFill>
                <a:latin typeface="Courier New" panose="02070309020205020404" pitchFamily="49" charset="0"/>
                <a:cs typeface="Courier New" panose="02070309020205020404" pitchFamily="49" charset="0"/>
              </a:rPr>
              <a:t> </a:t>
            </a:r>
          </a:p>
          <a:p>
            <a:r>
              <a:rPr lang="en-US" b="1">
                <a:solidFill>
                  <a:schemeClr val="tx1"/>
                </a:solidFill>
                <a:latin typeface="Courier New" panose="02070309020205020404" pitchFamily="49" charset="0"/>
                <a:cs typeface="Courier New" panose="02070309020205020404" pitchFamily="49" charset="0"/>
              </a:rPr>
              <a:t>def</a:t>
            </a:r>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writeto_csv</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data,filename,columns</a:t>
            </a:r>
            <a:r>
              <a:rPr lang="en-US">
                <a:solidFill>
                  <a:schemeClr val="tx1"/>
                </a:solidFill>
                <a:latin typeface="Courier New" panose="02070309020205020404" pitchFamily="49" charset="0"/>
                <a:cs typeface="Courier New" panose="02070309020205020404" pitchFamily="49" charset="0"/>
              </a:rPr>
              <a:t>): </a:t>
            </a:r>
          </a:p>
          <a:p>
            <a:pPr>
              <a:tabLst>
                <a:tab pos="457200" algn="l"/>
              </a:tabLst>
            </a:pPr>
            <a:r>
              <a:rPr lang="en-US" b="1">
                <a:solidFill>
                  <a:schemeClr val="tx1"/>
                </a:solidFill>
                <a:latin typeface="Courier New" panose="02070309020205020404" pitchFamily="49" charset="0"/>
                <a:cs typeface="Courier New" panose="02070309020205020404" pitchFamily="49" charset="0"/>
              </a:rPr>
              <a:t>	with</a:t>
            </a:r>
            <a:r>
              <a:rPr lang="en-US">
                <a:solidFill>
                  <a:schemeClr val="tx1"/>
                </a:solidFill>
                <a:latin typeface="Courier New" panose="02070309020205020404" pitchFamily="49" charset="0"/>
                <a:cs typeface="Courier New" panose="02070309020205020404" pitchFamily="49" charset="0"/>
              </a:rPr>
              <a:t> open(</a:t>
            </a:r>
            <a:r>
              <a:rPr lang="en-US" err="1">
                <a:solidFill>
                  <a:schemeClr val="tx1"/>
                </a:solidFill>
                <a:latin typeface="Courier New" panose="02070309020205020404" pitchFamily="49" charset="0"/>
                <a:cs typeface="Courier New" panose="02070309020205020404" pitchFamily="49" charset="0"/>
              </a:rPr>
              <a:t>filename,'</a:t>
            </a:r>
            <a:r>
              <a:rPr lang="en-US" err="1">
                <a:solidFill>
                  <a:srgbClr val="00B050"/>
                </a:solidFill>
                <a:latin typeface="Courier New" panose="02070309020205020404" pitchFamily="49" charset="0"/>
                <a:cs typeface="Courier New" panose="02070309020205020404" pitchFamily="49" charset="0"/>
              </a:rPr>
              <a:t>w+',</a:t>
            </a:r>
            <a:r>
              <a:rPr lang="en-US" err="1">
                <a:solidFill>
                  <a:schemeClr val="tx1"/>
                </a:solidFill>
                <a:latin typeface="Courier New" panose="02070309020205020404" pitchFamily="49" charset="0"/>
                <a:cs typeface="Courier New" panose="02070309020205020404" pitchFamily="49" charset="0"/>
              </a:rPr>
              <a:t>newline</a:t>
            </a:r>
            <a:r>
              <a:rPr lang="en-US">
                <a:solidFill>
                  <a:schemeClr val="tx1"/>
                </a:solidFill>
                <a:latin typeface="Courier New" panose="02070309020205020404" pitchFamily="49" charset="0"/>
                <a:cs typeface="Courier New" panose="02070309020205020404" pitchFamily="49" charset="0"/>
              </a:rPr>
              <a:t>='',encoding="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 as file: </a:t>
            </a:r>
          </a:p>
          <a:p>
            <a:r>
              <a:rPr lang="en-US">
                <a:solidFill>
                  <a:schemeClr val="tx1"/>
                </a:solidFill>
                <a:latin typeface="Courier New" panose="02070309020205020404" pitchFamily="49" charset="0"/>
                <a:cs typeface="Courier New" panose="02070309020205020404" pitchFamily="49" charset="0"/>
              </a:rPr>
              <a:t>	writer = </a:t>
            </a:r>
            <a:r>
              <a:rPr lang="en-US" err="1">
                <a:solidFill>
                  <a:schemeClr val="tx1"/>
                </a:solidFill>
                <a:latin typeface="Courier New" panose="02070309020205020404" pitchFamily="49" charset="0"/>
                <a:cs typeface="Courier New" panose="02070309020205020404" pitchFamily="49" charset="0"/>
              </a:rPr>
              <a:t>csv.DictWriter</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file,fieldnames</a:t>
            </a:r>
            <a:r>
              <a:rPr lang="en-US">
                <a:solidFill>
                  <a:schemeClr val="tx1"/>
                </a:solidFill>
                <a:latin typeface="Courier New" panose="02070309020205020404" pitchFamily="49" charset="0"/>
                <a:cs typeface="Courier New" panose="02070309020205020404" pitchFamily="49" charset="0"/>
              </a:rPr>
              <a:t>=columns) </a:t>
            </a:r>
          </a:p>
          <a:p>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writer.writeheader</a:t>
            </a:r>
            <a:r>
              <a:rPr lang="en-US">
                <a:solidFill>
                  <a:schemeClr val="tx1"/>
                </a:solidFill>
                <a:latin typeface="Courier New" panose="02070309020205020404" pitchFamily="49" charset="0"/>
                <a:cs typeface="Courier New" panose="02070309020205020404" pitchFamily="49" charset="0"/>
              </a:rPr>
              <a:t>() </a:t>
            </a:r>
          </a:p>
          <a:p>
            <a:r>
              <a:rPr lang="en-US">
                <a:solidFill>
                  <a:schemeClr val="tx1"/>
                </a:solidFill>
                <a:latin typeface="Courier New" panose="02070309020205020404" pitchFamily="49" charset="0"/>
                <a:cs typeface="Courier New" panose="02070309020205020404" pitchFamily="49" charset="0"/>
              </a:rPr>
              <a:t>	writer = </a:t>
            </a:r>
            <a:r>
              <a:rPr lang="en-US" err="1">
                <a:solidFill>
                  <a:schemeClr val="tx1"/>
                </a:solidFill>
                <a:latin typeface="Courier New" panose="02070309020205020404" pitchFamily="49" charset="0"/>
                <a:cs typeface="Courier New" panose="02070309020205020404" pitchFamily="49" charset="0"/>
              </a:rPr>
              <a:t>csv.writer</a:t>
            </a:r>
            <a:r>
              <a:rPr lang="en-US">
                <a:solidFill>
                  <a:schemeClr val="tx1"/>
                </a:solidFill>
                <a:latin typeface="Courier New" panose="02070309020205020404" pitchFamily="49" charset="0"/>
                <a:cs typeface="Courier New" panose="02070309020205020404" pitchFamily="49" charset="0"/>
              </a:rPr>
              <a:t>(file) </a:t>
            </a:r>
          </a:p>
          <a:p>
            <a:r>
              <a:rPr lang="en-US" b="1">
                <a:solidFill>
                  <a:schemeClr val="tx1"/>
                </a:solidFill>
                <a:latin typeface="Courier New" panose="02070309020205020404" pitchFamily="49" charset="0"/>
                <a:cs typeface="Courier New" panose="02070309020205020404" pitchFamily="49" charset="0"/>
              </a:rPr>
              <a:t>	for</a:t>
            </a:r>
            <a:r>
              <a:rPr lang="en-US">
                <a:solidFill>
                  <a:schemeClr val="tx1"/>
                </a:solidFill>
                <a:latin typeface="Courier New" panose="02070309020205020404" pitchFamily="49" charset="0"/>
                <a:cs typeface="Courier New" panose="02070309020205020404" pitchFamily="49" charset="0"/>
              </a:rPr>
              <a:t> element </a:t>
            </a:r>
            <a:r>
              <a:rPr lang="en-US" b="1">
                <a:solidFill>
                  <a:schemeClr val="tx1"/>
                </a:solidFill>
                <a:latin typeface="Courier New" panose="02070309020205020404" pitchFamily="49" charset="0"/>
                <a:cs typeface="Courier New" panose="02070309020205020404" pitchFamily="49" charset="0"/>
              </a:rPr>
              <a:t>in</a:t>
            </a:r>
            <a:r>
              <a:rPr lang="en-US">
                <a:solidFill>
                  <a:schemeClr val="tx1"/>
                </a:solidFill>
                <a:latin typeface="Courier New" panose="02070309020205020404" pitchFamily="49" charset="0"/>
                <a:cs typeface="Courier New" panose="02070309020205020404" pitchFamily="49" charset="0"/>
              </a:rPr>
              <a:t> data: </a:t>
            </a:r>
          </a:p>
          <a:p>
            <a:r>
              <a:rPr lang="en-US">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writer.writerows</a:t>
            </a:r>
            <a:r>
              <a:rPr lang="en-US">
                <a:solidFill>
                  <a:schemeClr val="tx1"/>
                </a:solidFill>
                <a:latin typeface="Courier New" panose="02070309020205020404" pitchFamily="49" charset="0"/>
                <a:cs typeface="Courier New" panose="02070309020205020404" pitchFamily="49" charset="0"/>
              </a:rPr>
              <a:t>([element])</a:t>
            </a:r>
          </a:p>
        </p:txBody>
      </p:sp>
    </p:spTree>
    <p:extLst>
      <p:ext uri="{BB962C8B-B14F-4D97-AF65-F5344CB8AC3E}">
        <p14:creationId xmlns:p14="http://schemas.microsoft.com/office/powerpoint/2010/main" val="27150171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2C7A5-38FC-0B8B-9DC4-29282BE5566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8E0973-FCFC-320C-14DE-3A38AFE3F08B}"/>
              </a:ext>
            </a:extLst>
          </p:cNvPr>
          <p:cNvSpPr>
            <a:spLocks noGrp="1"/>
          </p:cNvSpPr>
          <p:nvPr>
            <p:ph type="sldNum" sz="quarter" idx="12"/>
          </p:nvPr>
        </p:nvSpPr>
        <p:spPr/>
        <p:txBody>
          <a:bodyPr/>
          <a:lstStyle/>
          <a:p>
            <a:fld id="{DFA4CD3D-26C8-47FF-8D13-9B32BAAB4735}" type="slidenum">
              <a:rPr lang="en-US" smtClean="0"/>
              <a:t>99</a:t>
            </a:fld>
            <a:endParaRPr lang="en-US"/>
          </a:p>
        </p:txBody>
      </p:sp>
      <p:sp>
        <p:nvSpPr>
          <p:cNvPr id="7" name="Flowchart: Alternate Process 6">
            <a:extLst>
              <a:ext uri="{FF2B5EF4-FFF2-40B4-BE49-F238E27FC236}">
                <a16:creationId xmlns:a16="http://schemas.microsoft.com/office/drawing/2014/main" id="{5F49FCB3-F5C5-835C-B795-A521B1B6FBC3}"/>
              </a:ext>
            </a:extLst>
          </p:cNvPr>
          <p:cNvSpPr/>
          <p:nvPr/>
        </p:nvSpPr>
        <p:spPr>
          <a:xfrm>
            <a:off x="396873" y="361950"/>
            <a:ext cx="11053482" cy="544829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 STEP 3 - ADD A ROW OF DATA ##### </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err="1">
                <a:solidFill>
                  <a:schemeClr val="tx1"/>
                </a:solidFill>
                <a:latin typeface="Courier New" panose="02070309020205020404" pitchFamily="49" charset="0"/>
                <a:cs typeface="Courier New" panose="02070309020205020404" pitchFamily="49" charset="0"/>
              </a:rPr>
              <a:t>institution_name</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The Ohio State University</a:t>
            </a:r>
            <a:r>
              <a:rPr lang="en-US">
                <a:solidFill>
                  <a:schemeClr val="tx1"/>
                </a:solidFill>
                <a:latin typeface="Courier New" panose="02070309020205020404" pitchFamily="49" charset="0"/>
                <a:cs typeface="Courier New" panose="02070309020205020404" pitchFamily="49" charset="0"/>
              </a:rPr>
              <a:t>" </a:t>
            </a:r>
          </a:p>
          <a:p>
            <a:pPr marL="457200" indent="-457200"/>
            <a:r>
              <a:rPr lang="en-US" err="1">
                <a:solidFill>
                  <a:schemeClr val="tx1"/>
                </a:solidFill>
                <a:latin typeface="Courier New" panose="02070309020205020404" pitchFamily="49" charset="0"/>
                <a:cs typeface="Courier New" panose="02070309020205020404" pitchFamily="49" charset="0"/>
              </a:rPr>
              <a:t>year_founded</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1870</a:t>
            </a:r>
            <a:r>
              <a:rPr lang="en-US">
                <a:solidFill>
                  <a:schemeClr val="tx1"/>
                </a:solidFill>
                <a:latin typeface="Courier New" panose="02070309020205020404" pitchFamily="49" charset="0"/>
                <a:cs typeface="Courier New" panose="02070309020205020404" pitchFamily="49" charset="0"/>
              </a:rPr>
              <a:t> </a:t>
            </a:r>
          </a:p>
          <a:p>
            <a:pPr marL="457200" indent="-457200"/>
            <a:r>
              <a:rPr lang="en-US" err="1">
                <a:solidFill>
                  <a:schemeClr val="tx1"/>
                </a:solidFill>
                <a:latin typeface="Courier New" panose="02070309020205020404" pitchFamily="49" charset="0"/>
                <a:cs typeface="Courier New" panose="02070309020205020404" pitchFamily="49" charset="0"/>
              </a:rPr>
              <a:t>school_colors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scarlet &amp; gray</a:t>
            </a:r>
            <a:r>
              <a:rPr lang="en-US">
                <a:solidFill>
                  <a:schemeClr val="tx1"/>
                </a:solidFill>
                <a:latin typeface="Courier New" panose="02070309020205020404" pitchFamily="49" charset="0"/>
                <a:cs typeface="Courier New" panose="02070309020205020404" pitchFamily="49" charset="0"/>
              </a:rPr>
              <a:t>" </a:t>
            </a:r>
          </a:p>
          <a:p>
            <a:pPr marL="457200" indent="-457200"/>
            <a:r>
              <a:rPr lang="en-US">
                <a:solidFill>
                  <a:schemeClr val="tx1"/>
                </a:solidFill>
                <a:latin typeface="Courier New" panose="02070309020205020404" pitchFamily="49" charset="0"/>
                <a:cs typeface="Courier New" panose="02070309020205020404" pitchFamily="49" charset="0"/>
              </a:rPr>
              <a:t>mascot = "</a:t>
            </a:r>
            <a:r>
              <a:rPr lang="en-US">
                <a:solidFill>
                  <a:srgbClr val="00B050"/>
                </a:solidFill>
                <a:latin typeface="Courier New" panose="02070309020205020404" pitchFamily="49" charset="0"/>
                <a:cs typeface="Courier New" panose="02070309020205020404" pitchFamily="49" charset="0"/>
              </a:rPr>
              <a:t>Brutus Buckeye</a:t>
            </a:r>
            <a:r>
              <a:rPr lang="en-US">
                <a:solidFill>
                  <a:schemeClr val="tx1"/>
                </a:solidFill>
                <a:latin typeface="Courier New" panose="02070309020205020404" pitchFamily="49" charset="0"/>
                <a:cs typeface="Courier New" panose="02070309020205020404" pitchFamily="49" charset="0"/>
              </a:rPr>
              <a:t>" </a:t>
            </a:r>
          </a:p>
          <a:p>
            <a:pPr marL="457200" indent="-457200"/>
            <a:r>
              <a:rPr lang="en-US">
                <a:solidFill>
                  <a:schemeClr val="tx1"/>
                </a:solidFill>
                <a:latin typeface="Courier New" panose="02070309020205020404" pitchFamily="49" charset="0"/>
                <a:cs typeface="Courier New" panose="02070309020205020404" pitchFamily="49" charset="0"/>
              </a:rPr>
              <a:t>students = </a:t>
            </a:r>
            <a:r>
              <a:rPr lang="en-US">
                <a:solidFill>
                  <a:srgbClr val="C00000"/>
                </a:solidFill>
                <a:latin typeface="Courier New" panose="02070309020205020404" pitchFamily="49" charset="0"/>
                <a:cs typeface="Courier New" panose="02070309020205020404" pitchFamily="49" charset="0"/>
              </a:rPr>
              <a:t>60046</a:t>
            </a:r>
            <a:r>
              <a:rPr lang="en-US">
                <a:solidFill>
                  <a:schemeClr val="tx1"/>
                </a:solidFill>
                <a:latin typeface="Courier New" panose="02070309020205020404" pitchFamily="49" charset="0"/>
                <a:cs typeface="Courier New" panose="02070309020205020404" pitchFamily="49" charset="0"/>
              </a:rPr>
              <a:t> </a:t>
            </a:r>
          </a:p>
          <a:p>
            <a:pPr marL="457200" indent="-457200"/>
            <a:r>
              <a:rPr lang="en-US">
                <a:solidFill>
                  <a:schemeClr val="tx1"/>
                </a:solidFill>
                <a:latin typeface="Courier New" panose="02070309020205020404" pitchFamily="49" charset="0"/>
                <a:cs typeface="Courier New" panose="02070309020205020404" pitchFamily="49" charset="0"/>
              </a:rPr>
              <a:t>endowment = </a:t>
            </a:r>
            <a:r>
              <a:rPr lang="en-US">
                <a:solidFill>
                  <a:srgbClr val="C00000"/>
                </a:solidFill>
                <a:latin typeface="Courier New" panose="02070309020205020404" pitchFamily="49" charset="0"/>
                <a:cs typeface="Courier New" panose="02070309020205020404" pitchFamily="49" charset="0"/>
              </a:rPr>
              <a:t>7.9</a:t>
            </a:r>
            <a:r>
              <a:rPr lang="en-US">
                <a:solidFill>
                  <a:schemeClr val="tx1"/>
                </a:solidFill>
                <a:latin typeface="Courier New" panose="02070309020205020404" pitchFamily="49" charset="0"/>
                <a:cs typeface="Courier New" panose="02070309020205020404" pitchFamily="49" charset="0"/>
              </a:rPr>
              <a:t> </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err="1">
                <a:solidFill>
                  <a:schemeClr val="tx1"/>
                </a:solidFill>
                <a:latin typeface="Courier New" panose="02070309020205020404" pitchFamily="49" charset="0"/>
                <a:cs typeface="Courier New" panose="02070309020205020404" pitchFamily="49" charset="0"/>
              </a:rPr>
              <a:t>dataSet.append</a:t>
            </a:r>
            <a:r>
              <a:rPr lang="en-US">
                <a:solidFill>
                  <a:schemeClr val="tx1"/>
                </a:solidFill>
                <a:latin typeface="Courier New" panose="02070309020205020404" pitchFamily="49" charset="0"/>
                <a:cs typeface="Courier New" panose="02070309020205020404" pitchFamily="49" charset="0"/>
              </a:rPr>
              <a:t>([institution_name,year_founded,school_colors,mascot,students,endowment]) </a:t>
            </a:r>
          </a:p>
          <a:p>
            <a:pPr marL="457200" indent="-457200"/>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STEP 4 - EXPORT TO CSV #####</a:t>
            </a:r>
          </a:p>
          <a:p>
            <a:endParaRPr lang="en-US">
              <a:solidFill>
                <a:schemeClr val="tx1"/>
              </a:solidFill>
              <a:latin typeface="Courier New" panose="02070309020205020404" pitchFamily="49" charset="0"/>
              <a:cs typeface="Courier New" panose="02070309020205020404" pitchFamily="49" charset="0"/>
            </a:endParaRPr>
          </a:p>
          <a:p>
            <a:r>
              <a:rPr lang="en-US" err="1">
                <a:solidFill>
                  <a:schemeClr val="tx1"/>
                </a:solidFill>
                <a:latin typeface="Courier New" panose="02070309020205020404" pitchFamily="49" charset="0"/>
                <a:cs typeface="Courier New" panose="02070309020205020404" pitchFamily="49" charset="0"/>
              </a:rPr>
              <a:t>writeto_csv</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dataSet</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'data/</a:t>
            </a:r>
            <a:r>
              <a:rPr lang="en-US" err="1">
                <a:solidFill>
                  <a:srgbClr val="00B050"/>
                </a:solidFill>
                <a:latin typeface="Courier New" panose="02070309020205020404" pitchFamily="49" charset="0"/>
                <a:cs typeface="Courier New" panose="02070309020205020404" pitchFamily="49" charset="0"/>
              </a:rPr>
              <a:t>university_facts.csv</a:t>
            </a:r>
            <a:r>
              <a:rPr lang="en-US" err="1">
                <a:solidFill>
                  <a:schemeClr val="tx1"/>
                </a:solidFill>
                <a:latin typeface="Courier New" panose="02070309020205020404" pitchFamily="49" charset="0"/>
                <a:cs typeface="Courier New" panose="02070309020205020404" pitchFamily="49" charset="0"/>
              </a:rPr>
              <a:t>',columns</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425032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CA380B-0227-CE41-9BD3-7AF88FF64701}"/>
              </a:ext>
            </a:extLst>
          </p:cNvPr>
          <p:cNvSpPr>
            <a:spLocks noGrp="1"/>
          </p:cNvSpPr>
          <p:nvPr>
            <p:ph type="sldNum" sz="quarter" idx="12"/>
          </p:nvPr>
        </p:nvSpPr>
        <p:spPr/>
        <p:txBody>
          <a:bodyPr/>
          <a:lstStyle/>
          <a:p>
            <a:fld id="{DFA4CD3D-26C8-47FF-8D13-9B32BAAB4735}" type="slidenum">
              <a:rPr lang="en-US" smtClean="0"/>
              <a:t>100</a:t>
            </a:fld>
            <a:endParaRPr lang="en-US"/>
          </a:p>
        </p:txBody>
      </p:sp>
      <p:sp>
        <p:nvSpPr>
          <p:cNvPr id="3" name="Title 2">
            <a:extLst>
              <a:ext uri="{FF2B5EF4-FFF2-40B4-BE49-F238E27FC236}">
                <a16:creationId xmlns:a16="http://schemas.microsoft.com/office/drawing/2014/main" id="{4061BD1A-13A1-8D97-E1E3-CA228E16CC8A}"/>
              </a:ext>
            </a:extLst>
          </p:cNvPr>
          <p:cNvSpPr>
            <a:spLocks noGrp="1"/>
          </p:cNvSpPr>
          <p:nvPr>
            <p:ph type="title"/>
          </p:nvPr>
        </p:nvSpPr>
        <p:spPr/>
        <p:txBody>
          <a:bodyPr/>
          <a:lstStyle/>
          <a:p>
            <a:r>
              <a:rPr lang="en-US"/>
              <a:t>pandas</a:t>
            </a:r>
          </a:p>
        </p:txBody>
      </p:sp>
      <p:sp>
        <p:nvSpPr>
          <p:cNvPr id="5" name="Content Placeholder 4">
            <a:extLst>
              <a:ext uri="{FF2B5EF4-FFF2-40B4-BE49-F238E27FC236}">
                <a16:creationId xmlns:a16="http://schemas.microsoft.com/office/drawing/2014/main" id="{58CDA797-F64A-862A-4075-8912A0C1275C}"/>
              </a:ext>
            </a:extLst>
          </p:cNvPr>
          <p:cNvSpPr>
            <a:spLocks noGrp="1"/>
          </p:cNvSpPr>
          <p:nvPr>
            <p:ph idx="1"/>
          </p:nvPr>
        </p:nvSpPr>
        <p:spPr/>
        <p:txBody>
          <a:bodyPr/>
          <a:lstStyle/>
          <a:p>
            <a:r>
              <a:rPr lang="en-US"/>
              <a:t>Pandas is a large Python library used for manipulating and analyzing tabular data.</a:t>
            </a:r>
          </a:p>
        </p:txBody>
      </p:sp>
    </p:spTree>
    <p:extLst>
      <p:ext uri="{BB962C8B-B14F-4D97-AF65-F5344CB8AC3E}">
        <p14:creationId xmlns:p14="http://schemas.microsoft.com/office/powerpoint/2010/main" val="26201250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DE6DC-9350-24BE-CB1C-A0C789DC10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7B9C5B-F4E6-B946-6B35-AE416FA0BC5F}"/>
              </a:ext>
            </a:extLst>
          </p:cNvPr>
          <p:cNvSpPr>
            <a:spLocks noGrp="1"/>
          </p:cNvSpPr>
          <p:nvPr>
            <p:ph type="sldNum" sz="quarter" idx="12"/>
          </p:nvPr>
        </p:nvSpPr>
        <p:spPr/>
        <p:txBody>
          <a:bodyPr/>
          <a:lstStyle/>
          <a:p>
            <a:fld id="{DFA4CD3D-26C8-47FF-8D13-9B32BAAB4735}" type="slidenum">
              <a:rPr lang="en-US" smtClean="0"/>
              <a:t>101</a:t>
            </a:fld>
            <a:endParaRPr lang="en-US"/>
          </a:p>
        </p:txBody>
      </p:sp>
      <p:sp>
        <p:nvSpPr>
          <p:cNvPr id="7" name="Flowchart: Alternate Process 6">
            <a:extLst>
              <a:ext uri="{FF2B5EF4-FFF2-40B4-BE49-F238E27FC236}">
                <a16:creationId xmlns:a16="http://schemas.microsoft.com/office/drawing/2014/main" id="{93DC632F-12FD-AE28-72C1-E7F29814480F}"/>
              </a:ext>
            </a:extLst>
          </p:cNvPr>
          <p:cNvSpPr/>
          <p:nvPr/>
        </p:nvSpPr>
        <p:spPr>
          <a:xfrm>
            <a:off x="396873" y="361950"/>
            <a:ext cx="11053482" cy="544829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import pandas as pd</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a:solidFill>
                  <a:schemeClr val="tx1"/>
                </a:solidFill>
                <a:latin typeface="Courier New" panose="02070309020205020404" pitchFamily="49" charset="0"/>
                <a:cs typeface="Courier New" panose="02070309020205020404" pitchFamily="49" charset="0"/>
              </a:rPr>
              <a:t>##### STEP 1 - CREATE DATAFRAME TO STORE ROWS #####</a:t>
            </a:r>
          </a:p>
          <a:p>
            <a:r>
              <a:rPr lang="en-US">
                <a:solidFill>
                  <a:schemeClr val="tx1"/>
                </a:solidFill>
                <a:latin typeface="Courier New" panose="02070309020205020404" pitchFamily="49" charset="0"/>
                <a:cs typeface="Courier New" panose="02070309020205020404" pitchFamily="49" charset="0"/>
              </a:rPr>
              <a:t> results=</a:t>
            </a:r>
            <a:r>
              <a:rPr lang="en-US" err="1">
                <a:solidFill>
                  <a:schemeClr val="tx1"/>
                </a:solidFill>
                <a:latin typeface="Courier New" panose="02070309020205020404" pitchFamily="49" charset="0"/>
                <a:cs typeface="Courier New" panose="02070309020205020404" pitchFamily="49" charset="0"/>
              </a:rPr>
              <a:t>pd.DataFrame</a:t>
            </a:r>
            <a:r>
              <a:rPr lang="en-US">
                <a:solidFill>
                  <a:schemeClr val="tx1"/>
                </a:solidFill>
                <a:latin typeface="Courier New" panose="02070309020205020404" pitchFamily="49" charset="0"/>
                <a:cs typeface="Courier New" panose="02070309020205020404" pitchFamily="49" charset="0"/>
              </a:rPr>
              <a:t>(columns=['institution_name','year_founded','school_colors','mascot','students','endowment']) </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STEP 2 - DEFINE EACH ROW AS A DICTIONARY #####</a:t>
            </a:r>
          </a:p>
          <a:p>
            <a:r>
              <a:rPr lang="en-US">
                <a:solidFill>
                  <a:schemeClr val="tx1"/>
                </a:solidFill>
                <a:latin typeface="Courier New" panose="02070309020205020404" pitchFamily="49" charset="0"/>
                <a:cs typeface="Courier New" panose="02070309020205020404" pitchFamily="49" charset="0"/>
              </a:rPr>
              <a:t> </a:t>
            </a:r>
          </a:p>
          <a:p>
            <a:r>
              <a:rPr lang="en-US" err="1">
                <a:solidFill>
                  <a:schemeClr val="tx1"/>
                </a:solidFill>
                <a:latin typeface="Courier New" panose="02070309020205020404" pitchFamily="49" charset="0"/>
                <a:cs typeface="Courier New" panose="02070309020205020404" pitchFamily="49" charset="0"/>
              </a:rPr>
              <a:t>university_facts</a:t>
            </a:r>
            <a:r>
              <a:rPr lang="en-US">
                <a:solidFill>
                  <a:schemeClr val="tx1"/>
                </a:solidFill>
                <a:latin typeface="Courier New" panose="02070309020205020404" pitchFamily="49" charset="0"/>
                <a:cs typeface="Courier New" panose="02070309020205020404" pitchFamily="49" charset="0"/>
              </a:rPr>
              <a:t> = {"</a:t>
            </a:r>
            <a:r>
              <a:rPr lang="en-US" err="1">
                <a:solidFill>
                  <a:srgbClr val="00B050"/>
                </a:solidFill>
                <a:latin typeface="Courier New" panose="02070309020205020404" pitchFamily="49" charset="0"/>
                <a:cs typeface="Courier New" panose="02070309020205020404" pitchFamily="49" charset="0"/>
              </a:rPr>
              <a:t>institution_name</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The Ohio State University</a:t>
            </a:r>
            <a:r>
              <a:rPr lang="en-US">
                <a:solidFill>
                  <a:schemeClr val="tx1"/>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year_founded</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1870</a:t>
            </a:r>
            <a:r>
              <a:rPr lang="en-US">
                <a:solidFill>
                  <a:schemeClr val="tx1"/>
                </a:solidFill>
                <a:latin typeface="Courier New" panose="02070309020205020404" pitchFamily="49" charset="0"/>
                <a:cs typeface="Courier New" panose="02070309020205020404" pitchFamily="49" charset="0"/>
              </a:rPr>
              <a:t>, "</a:t>
            </a:r>
            <a:r>
              <a:rPr lang="en-US" err="1">
                <a:solidFill>
                  <a:srgbClr val="00B050"/>
                </a:solidFill>
                <a:latin typeface="Courier New" panose="02070309020205020404" pitchFamily="49" charset="0"/>
                <a:cs typeface="Courier New" panose="02070309020205020404" pitchFamily="49" charset="0"/>
              </a:rPr>
              <a:t>school_colors</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scarlet &amp; gray</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mascot</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Brutus Buckeye</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students</a:t>
            </a:r>
            <a:r>
              <a:rPr lang="en-US">
                <a:solidFill>
                  <a:schemeClr val="tx1"/>
                </a:solidFill>
                <a:latin typeface="Courier New" panose="02070309020205020404" pitchFamily="49" charset="0"/>
                <a:cs typeface="Courier New" panose="02070309020205020404" pitchFamily="49" charset="0"/>
              </a:rPr>
              <a:t>" : </a:t>
            </a:r>
            <a:r>
              <a:rPr lang="en-US">
                <a:solidFill>
                  <a:srgbClr val="C00000"/>
                </a:solidFill>
                <a:latin typeface="Courier New" panose="02070309020205020404" pitchFamily="49" charset="0"/>
                <a:cs typeface="Courier New" panose="02070309020205020404" pitchFamily="49" charset="0"/>
              </a:rPr>
              <a:t>60046</a:t>
            </a:r>
            <a:r>
              <a:rPr lang="en-US">
                <a:solidFill>
                  <a:schemeClr val="tx1"/>
                </a:solidFill>
                <a:latin typeface="Courier New" panose="02070309020205020404" pitchFamily="49" charset="0"/>
                <a:cs typeface="Courier New" panose="02070309020205020404" pitchFamily="49" charset="0"/>
              </a:rPr>
              <a:t>, "</a:t>
            </a:r>
            <a:r>
              <a:rPr lang="en-US">
                <a:solidFill>
                  <a:srgbClr val="00B050"/>
                </a:solidFill>
                <a:latin typeface="Courier New" panose="02070309020205020404" pitchFamily="49" charset="0"/>
                <a:cs typeface="Courier New" panose="02070309020205020404" pitchFamily="49" charset="0"/>
              </a:rPr>
              <a:t>endowment</a:t>
            </a:r>
            <a:r>
              <a:rPr lang="en-US">
                <a:solidFill>
                  <a:schemeClr val="tx1"/>
                </a:solidFill>
                <a:latin typeface="Courier New" panose="02070309020205020404" pitchFamily="49" charset="0"/>
                <a:cs typeface="Courier New" panose="02070309020205020404" pitchFamily="49" charset="0"/>
              </a:rPr>
              <a:t>": </a:t>
            </a:r>
            <a:r>
              <a:rPr lang="en-US">
                <a:solidFill>
                  <a:srgbClr val="C00000"/>
                </a:solidFill>
                <a:latin typeface="Courier New" panose="02070309020205020404" pitchFamily="49" charset="0"/>
                <a:cs typeface="Courier New" panose="02070309020205020404" pitchFamily="49" charset="0"/>
              </a:rPr>
              <a:t>7.9</a:t>
            </a:r>
            <a:r>
              <a:rPr lang="en-US">
                <a:solidFill>
                  <a:schemeClr val="tx1"/>
                </a:solidFill>
                <a:latin typeface="Courier New" panose="02070309020205020404" pitchFamily="49" charset="0"/>
                <a:cs typeface="Courier New" panose="02070309020205020404" pitchFamily="49" charset="0"/>
              </a:rPr>
              <a:t> } </a:t>
            </a:r>
          </a:p>
          <a:p>
            <a:endParaRPr lang="en-US">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5240433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2CF0-C598-48D1-3FCF-4A73D2B3AB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551775-922E-CE15-73DF-13714FEB12D2}"/>
              </a:ext>
            </a:extLst>
          </p:cNvPr>
          <p:cNvSpPr>
            <a:spLocks noGrp="1"/>
          </p:cNvSpPr>
          <p:nvPr>
            <p:ph type="sldNum" sz="quarter" idx="12"/>
          </p:nvPr>
        </p:nvSpPr>
        <p:spPr/>
        <p:txBody>
          <a:bodyPr/>
          <a:lstStyle/>
          <a:p>
            <a:fld id="{DFA4CD3D-26C8-47FF-8D13-9B32BAAB4735}" type="slidenum">
              <a:rPr lang="en-US" smtClean="0"/>
              <a:t>102</a:t>
            </a:fld>
            <a:endParaRPr lang="en-US"/>
          </a:p>
        </p:txBody>
      </p:sp>
      <p:sp>
        <p:nvSpPr>
          <p:cNvPr id="7" name="Flowchart: Alternate Process 6">
            <a:extLst>
              <a:ext uri="{FF2B5EF4-FFF2-40B4-BE49-F238E27FC236}">
                <a16:creationId xmlns:a16="http://schemas.microsoft.com/office/drawing/2014/main" id="{54B9436E-95E7-1D39-47D5-0E3D9643884E}"/>
              </a:ext>
            </a:extLst>
          </p:cNvPr>
          <p:cNvSpPr/>
          <p:nvPr/>
        </p:nvSpPr>
        <p:spPr>
          <a:xfrm>
            <a:off x="396873" y="361950"/>
            <a:ext cx="11053482" cy="544829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 STEP 3 - CONVERT EACH DICTIONARY ROW TO A DATAFRAME #####</a:t>
            </a:r>
          </a:p>
          <a:p>
            <a:endParaRPr lang="en-US">
              <a:solidFill>
                <a:schemeClr val="tx1"/>
              </a:solidFill>
              <a:latin typeface="Courier New" panose="02070309020205020404" pitchFamily="49" charset="0"/>
              <a:cs typeface="Courier New" panose="02070309020205020404" pitchFamily="49" charset="0"/>
            </a:endParaRPr>
          </a:p>
          <a:p>
            <a:r>
              <a:rPr lang="en-US" err="1">
                <a:solidFill>
                  <a:schemeClr val="tx1"/>
                </a:solidFill>
                <a:latin typeface="Courier New" panose="02070309020205020404" pitchFamily="49" charset="0"/>
                <a:cs typeface="Courier New" panose="02070309020205020404" pitchFamily="49" charset="0"/>
              </a:rPr>
              <a:t>add_row_to_results</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pd.DataFrame</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university_facts</a:t>
            </a:r>
            <a:r>
              <a:rPr lang="en-US">
                <a:solidFill>
                  <a:schemeClr val="tx1"/>
                </a:solidFill>
                <a:latin typeface="Courier New" panose="02070309020205020404" pitchFamily="49" charset="0"/>
                <a:cs typeface="Courier New" panose="02070309020205020404" pitchFamily="49" charset="0"/>
              </a:rPr>
              <a:t>, index=[0])</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STEP 4 - CONCATENATE RESULTS EACH ROW TO RESULTS DATAFRAME #####</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results=</a:t>
            </a:r>
            <a:r>
              <a:rPr lang="en-US" err="1">
                <a:solidFill>
                  <a:schemeClr val="tx1"/>
                </a:solidFill>
                <a:latin typeface="Courier New" panose="02070309020205020404" pitchFamily="49" charset="0"/>
                <a:cs typeface="Courier New" panose="02070309020205020404" pitchFamily="49" charset="0"/>
              </a:rPr>
              <a:t>pd.concat</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add_row_to_results</a:t>
            </a:r>
            <a:r>
              <a:rPr lang="en-US">
                <a:solidFill>
                  <a:schemeClr val="tx1"/>
                </a:solidFill>
                <a:latin typeface="Courier New" panose="02070309020205020404" pitchFamily="49" charset="0"/>
                <a:cs typeface="Courier New" panose="02070309020205020404" pitchFamily="49" charset="0"/>
              </a:rPr>
              <a:t>, results], axis=0, </a:t>
            </a:r>
            <a:r>
              <a:rPr lang="en-US" err="1">
                <a:solidFill>
                  <a:schemeClr val="tx1"/>
                </a:solidFill>
                <a:latin typeface="Courier New" panose="02070309020205020404" pitchFamily="49" charset="0"/>
                <a:cs typeface="Courier New" panose="02070309020205020404" pitchFamily="49" charset="0"/>
              </a:rPr>
              <a:t>ignore_index</a:t>
            </a:r>
            <a:r>
              <a:rPr lang="en-US">
                <a:solidFill>
                  <a:schemeClr val="tx1"/>
                </a:solidFill>
                <a:latin typeface="Courier New" panose="02070309020205020404" pitchFamily="49" charset="0"/>
                <a:cs typeface="Courier New" panose="02070309020205020404" pitchFamily="49" charset="0"/>
              </a:rPr>
              <a:t>=True)</a:t>
            </a:r>
          </a:p>
          <a:p>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 STEP 5 - EXPORT THE RESULTS DATAFRAME TO A CSV FILE ##### </a:t>
            </a:r>
            <a:r>
              <a:rPr lang="en-US" err="1">
                <a:solidFill>
                  <a:schemeClr val="tx1"/>
                </a:solidFill>
                <a:latin typeface="Courier New" panose="02070309020205020404" pitchFamily="49" charset="0"/>
                <a:cs typeface="Courier New" panose="02070309020205020404" pitchFamily="49" charset="0"/>
              </a:rPr>
              <a:t>results.to_csv</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'data/university_facts.csv</a:t>
            </a:r>
            <a:r>
              <a:rPr lang="en-US">
                <a:solidFill>
                  <a:schemeClr val="tx1"/>
                </a:solidFill>
                <a:latin typeface="Courier New" panose="02070309020205020404" pitchFamily="49" charset="0"/>
                <a:cs typeface="Courier New" panose="02070309020205020404" pitchFamily="49" charset="0"/>
              </a:rPr>
              <a:t>', encoding='</a:t>
            </a:r>
            <a:r>
              <a:rPr lang="en-US">
                <a:solidFill>
                  <a:srgbClr val="00B050"/>
                </a:solidFill>
                <a:latin typeface="Courier New" panose="02070309020205020404" pitchFamily="49" charset="0"/>
                <a:cs typeface="Courier New" panose="02070309020205020404" pitchFamily="49" charset="0"/>
              </a:rPr>
              <a:t>utf-8</a:t>
            </a:r>
            <a:r>
              <a:rPr lang="en-US">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303831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034D-B836-BA63-28E0-3F471B0F27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A0DC05-D9ED-BEAB-0A48-2D4F1B3950E5}"/>
              </a:ext>
            </a:extLst>
          </p:cNvPr>
          <p:cNvSpPr>
            <a:spLocks noGrp="1"/>
          </p:cNvSpPr>
          <p:nvPr>
            <p:ph type="sldNum" sz="quarter" idx="12"/>
          </p:nvPr>
        </p:nvSpPr>
        <p:spPr/>
        <p:txBody>
          <a:bodyPr/>
          <a:lstStyle/>
          <a:p>
            <a:fld id="{DFA4CD3D-26C8-47FF-8D13-9B32BAAB4735}" type="slidenum">
              <a:rPr lang="en-US" smtClean="0"/>
              <a:t>103</a:t>
            </a:fld>
            <a:endParaRPr lang="en-US"/>
          </a:p>
        </p:txBody>
      </p:sp>
      <p:sp>
        <p:nvSpPr>
          <p:cNvPr id="8" name="Flowchart: Alternate Process 7">
            <a:extLst>
              <a:ext uri="{FF2B5EF4-FFF2-40B4-BE49-F238E27FC236}">
                <a16:creationId xmlns:a16="http://schemas.microsoft.com/office/drawing/2014/main" id="{BE66C35B-D5FD-7951-94B4-28B66E1DF029}"/>
              </a:ext>
            </a:extLst>
          </p:cNvPr>
          <p:cNvSpPr/>
          <p:nvPr/>
        </p:nvSpPr>
        <p:spPr>
          <a:xfrm>
            <a:off x="396873" y="4426937"/>
            <a:ext cx="11053482" cy="128016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import pandas as pd</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err="1">
                <a:solidFill>
                  <a:schemeClr val="tx1"/>
                </a:solidFill>
                <a:latin typeface="Courier New" panose="02070309020205020404" pitchFamily="49" charset="0"/>
                <a:cs typeface="Courier New" panose="02070309020205020404" pitchFamily="49" charset="0"/>
              </a:rPr>
              <a:t>df</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pd.DataFrame</a:t>
            </a:r>
            <a:r>
              <a:rPr lang="en-US">
                <a:solidFill>
                  <a:schemeClr val="tx1"/>
                </a:solidFill>
                <a:latin typeface="Courier New" panose="02070309020205020404" pitchFamily="49" charset="0"/>
                <a:cs typeface="Courier New" panose="02070309020205020404" pitchFamily="49" charset="0"/>
              </a:rPr>
              <a:t>([data, index, columns, </a:t>
            </a:r>
            <a:r>
              <a:rPr lang="en-US" err="1">
                <a:solidFill>
                  <a:schemeClr val="tx1"/>
                </a:solidFill>
                <a:latin typeface="Courier New" panose="02070309020205020404" pitchFamily="49" charset="0"/>
                <a:cs typeface="Courier New" panose="02070309020205020404" pitchFamily="49" charset="0"/>
              </a:rPr>
              <a:t>dtype</a:t>
            </a:r>
            <a:r>
              <a:rPr lang="en-US">
                <a:solidFill>
                  <a:schemeClr val="tx1"/>
                </a:solidFill>
                <a:latin typeface="Courier New" panose="02070309020205020404" pitchFamily="49" charset="0"/>
                <a:cs typeface="Courier New" panose="02070309020205020404" pitchFamily="49" charset="0"/>
              </a:rPr>
              <a:t>, copy])</a:t>
            </a:r>
          </a:p>
          <a:p>
            <a:pPr marL="457200" indent="-457200"/>
            <a:endParaRPr lang="en-US">
              <a:solidFill>
                <a:schemeClr val="tx1"/>
              </a:solidFill>
              <a:latin typeface="Courier New" panose="02070309020205020404" pitchFamily="49" charset="0"/>
              <a:cs typeface="Courier New" panose="02070309020205020404" pitchFamily="49" charset="0"/>
            </a:endParaRPr>
          </a:p>
        </p:txBody>
      </p:sp>
      <p:sp>
        <p:nvSpPr>
          <p:cNvPr id="4" name="Content Placeholder 4">
            <a:extLst>
              <a:ext uri="{FF2B5EF4-FFF2-40B4-BE49-F238E27FC236}">
                <a16:creationId xmlns:a16="http://schemas.microsoft.com/office/drawing/2014/main" id="{FE2645FD-4201-DEAA-BBF1-3F2F55A6026A}"/>
              </a:ext>
            </a:extLst>
          </p:cNvPr>
          <p:cNvSpPr txBox="1">
            <a:spLocks/>
          </p:cNvSpPr>
          <p:nvPr/>
        </p:nvSpPr>
        <p:spPr>
          <a:xfrm>
            <a:off x="396873" y="587913"/>
            <a:ext cx="11398254" cy="3688812"/>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b="1" err="1"/>
              <a:t>pd.DataFrame</a:t>
            </a:r>
            <a:endParaRPr lang="en-US" b="1"/>
          </a:p>
          <a:p>
            <a:pPr>
              <a:spcAft>
                <a:spcPts val="600"/>
              </a:spcAft>
            </a:pPr>
            <a:r>
              <a:rPr lang="en-US"/>
              <a:t>A Pandas </a:t>
            </a:r>
            <a:r>
              <a:rPr lang="en-US" b="1" err="1"/>
              <a:t>DataFrame</a:t>
            </a:r>
            <a:r>
              <a:rPr lang="en-US"/>
              <a:t> is one of the most powerful and commonly used data structures in Python for working with </a:t>
            </a:r>
            <a:r>
              <a:rPr lang="en-US" b="1"/>
              <a:t>tabular data</a:t>
            </a:r>
            <a:r>
              <a:rPr lang="en-US"/>
              <a:t>, or data that is organized in rows and columns, similar to a spreadsheet or SQL tables.</a:t>
            </a:r>
          </a:p>
          <a:p>
            <a:pPr>
              <a:spcAft>
                <a:spcPts val="600"/>
              </a:spcAft>
            </a:pPr>
            <a:r>
              <a:rPr lang="en-US"/>
              <a:t>A </a:t>
            </a:r>
            <a:r>
              <a:rPr lang="en-US" b="1" err="1"/>
              <a:t>DataFrame</a:t>
            </a:r>
            <a:r>
              <a:rPr lang="en-US"/>
              <a:t> is a 2-dimensional labeled data structure with:</a:t>
            </a:r>
          </a:p>
          <a:p>
            <a:pPr marL="342900" indent="-342900">
              <a:spcAft>
                <a:spcPts val="600"/>
              </a:spcAft>
              <a:buFont typeface="Arial" panose="020B0604020202020204" pitchFamily="34" charset="0"/>
              <a:buChar char="•"/>
            </a:pPr>
            <a:r>
              <a:rPr lang="en-US" b="1"/>
              <a:t>Rows</a:t>
            </a:r>
            <a:r>
              <a:rPr lang="en-US"/>
              <a:t> (each representing an observation or record)</a:t>
            </a:r>
          </a:p>
          <a:p>
            <a:pPr marL="342900" indent="-342900">
              <a:spcAft>
                <a:spcPts val="600"/>
              </a:spcAft>
              <a:buFont typeface="Arial" panose="020B0604020202020204" pitchFamily="34" charset="0"/>
              <a:buChar char="•"/>
            </a:pPr>
            <a:r>
              <a:rPr lang="en-US" b="1"/>
              <a:t>Columns </a:t>
            </a:r>
            <a:r>
              <a:rPr lang="en-US"/>
              <a:t>(each representing a variable or feature)</a:t>
            </a:r>
          </a:p>
          <a:p>
            <a:pPr>
              <a:spcAft>
                <a:spcPts val="600"/>
              </a:spcAft>
            </a:pPr>
            <a:r>
              <a:rPr lang="en-US"/>
              <a:t>Think of it like an Excel or Google sheet or a table in a database.</a:t>
            </a:r>
          </a:p>
        </p:txBody>
      </p:sp>
    </p:spTree>
    <p:extLst>
      <p:ext uri="{BB962C8B-B14F-4D97-AF65-F5344CB8AC3E}">
        <p14:creationId xmlns:p14="http://schemas.microsoft.com/office/powerpoint/2010/main" val="18545579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B028803-6DA4-AAD1-687C-A8DA4CA6B40B}"/>
              </a:ext>
            </a:extLst>
          </p:cNvPr>
          <p:cNvSpPr>
            <a:spLocks noGrp="1"/>
          </p:cNvSpPr>
          <p:nvPr>
            <p:ph type="sldNum" sz="quarter" idx="12"/>
          </p:nvPr>
        </p:nvSpPr>
        <p:spPr/>
        <p:txBody>
          <a:bodyPr/>
          <a:lstStyle/>
          <a:p>
            <a:fld id="{DFA4CD3D-26C8-47FF-8D13-9B32BAAB4735}" type="slidenum">
              <a:rPr lang="en-US" smtClean="0"/>
              <a:t>104</a:t>
            </a:fld>
            <a:endParaRPr lang="en-US"/>
          </a:p>
        </p:txBody>
      </p:sp>
      <p:sp>
        <p:nvSpPr>
          <p:cNvPr id="8" name="Flowchart: Alternate Process 7">
            <a:extLst>
              <a:ext uri="{FF2B5EF4-FFF2-40B4-BE49-F238E27FC236}">
                <a16:creationId xmlns:a16="http://schemas.microsoft.com/office/drawing/2014/main" id="{707C685A-EB11-F3E0-DA29-9E04EB791B21}"/>
              </a:ext>
            </a:extLst>
          </p:cNvPr>
          <p:cNvSpPr/>
          <p:nvPr/>
        </p:nvSpPr>
        <p:spPr>
          <a:xfrm>
            <a:off x="396877" y="3552048"/>
            <a:ext cx="11053482" cy="265176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err="1">
                <a:solidFill>
                  <a:schemeClr val="tx1"/>
                </a:solidFill>
              </a:rPr>
              <a:t>df</a:t>
            </a:r>
            <a:r>
              <a:rPr lang="en-US">
                <a:solidFill>
                  <a:schemeClr val="tx1"/>
                </a:solidFill>
              </a:rPr>
              <a:t> = </a:t>
            </a:r>
            <a:r>
              <a:rPr lang="en-US" err="1">
                <a:solidFill>
                  <a:schemeClr val="tx1"/>
                </a:solidFill>
              </a:rPr>
              <a:t>pd.DataFrame</a:t>
            </a:r>
            <a:r>
              <a:rPr lang="en-US">
                <a:solidFill>
                  <a:schemeClr val="tx1"/>
                </a:solidFill>
              </a:rPr>
              <a:t>({</a:t>
            </a:r>
          </a:p>
          <a:p>
            <a:pPr marL="457200"/>
            <a:r>
              <a:rPr lang="en-US">
                <a:solidFill>
                  <a:schemeClr val="tx1"/>
                </a:solidFill>
              </a:rPr>
              <a:t>    "year" : 2025,</a:t>
            </a:r>
          </a:p>
          <a:p>
            <a:pPr marL="457200"/>
            <a:r>
              <a:rPr lang="en-US">
                <a:solidFill>
                  <a:schemeClr val="tx1"/>
                </a:solidFill>
              </a:rPr>
              <a:t>    "rank" : [1,2,3,4,5,5],</a:t>
            </a:r>
          </a:p>
          <a:p>
            <a:pPr marL="1371600" indent="-914400"/>
            <a:r>
              <a:rPr lang="en-US">
                <a:solidFill>
                  <a:schemeClr val="tx1"/>
                </a:solidFill>
              </a:rPr>
              <a:t>    "title" : ["</a:t>
            </a:r>
            <a:r>
              <a:rPr lang="en-US" err="1">
                <a:solidFill>
                  <a:schemeClr val="tx1"/>
                </a:solidFill>
              </a:rPr>
              <a:t>Sold","The</a:t>
            </a:r>
            <a:r>
              <a:rPr lang="en-US">
                <a:solidFill>
                  <a:schemeClr val="tx1"/>
                </a:solidFill>
              </a:rPr>
              <a:t> Perks of Being a </a:t>
            </a:r>
            <a:r>
              <a:rPr lang="en-US" err="1">
                <a:solidFill>
                  <a:schemeClr val="tx1"/>
                </a:solidFill>
              </a:rPr>
              <a:t>Wallflower","Gender</a:t>
            </a:r>
            <a:r>
              <a:rPr lang="en-US">
                <a:solidFill>
                  <a:schemeClr val="tx1"/>
                </a:solidFill>
              </a:rPr>
              <a:t> </a:t>
            </a:r>
            <a:r>
              <a:rPr lang="en-US" err="1">
                <a:solidFill>
                  <a:schemeClr val="tx1"/>
                </a:solidFill>
              </a:rPr>
              <a:t>Queer","Empire</a:t>
            </a:r>
            <a:r>
              <a:rPr lang="en-US">
                <a:solidFill>
                  <a:schemeClr val="tx1"/>
                </a:solidFill>
              </a:rPr>
              <a:t> of </a:t>
            </a:r>
            <a:r>
              <a:rPr lang="en-US" err="1">
                <a:solidFill>
                  <a:schemeClr val="tx1"/>
                </a:solidFill>
              </a:rPr>
              <a:t>Storms","Last</a:t>
            </a:r>
            <a:r>
              <a:rPr lang="en-US">
                <a:solidFill>
                  <a:schemeClr val="tx1"/>
                </a:solidFill>
              </a:rPr>
              <a:t> Night at the Telegraph </a:t>
            </a:r>
            <a:r>
              <a:rPr lang="en-US" err="1">
                <a:solidFill>
                  <a:schemeClr val="tx1"/>
                </a:solidFill>
              </a:rPr>
              <a:t>Club","Tricks</a:t>
            </a:r>
            <a:r>
              <a:rPr lang="en-US">
                <a:solidFill>
                  <a:schemeClr val="tx1"/>
                </a:solidFill>
              </a:rPr>
              <a:t>"],</a:t>
            </a:r>
          </a:p>
          <a:p>
            <a:pPr marL="1657350" indent="-1200150"/>
            <a:r>
              <a:rPr lang="en-US">
                <a:solidFill>
                  <a:schemeClr val="tx1"/>
                </a:solidFill>
              </a:rPr>
              <a:t>    "author" : ["Patricia </a:t>
            </a:r>
            <a:r>
              <a:rPr lang="en-US" err="1">
                <a:solidFill>
                  <a:schemeClr val="tx1"/>
                </a:solidFill>
              </a:rPr>
              <a:t>McCormick","Stephen</a:t>
            </a:r>
            <a:r>
              <a:rPr lang="en-US">
                <a:solidFill>
                  <a:schemeClr val="tx1"/>
                </a:solidFill>
              </a:rPr>
              <a:t> </a:t>
            </a:r>
            <a:r>
              <a:rPr lang="en-US" err="1">
                <a:solidFill>
                  <a:schemeClr val="tx1"/>
                </a:solidFill>
              </a:rPr>
              <a:t>Chbosky","Maia</a:t>
            </a:r>
            <a:r>
              <a:rPr lang="en-US">
                <a:solidFill>
                  <a:schemeClr val="tx1"/>
                </a:solidFill>
              </a:rPr>
              <a:t> </a:t>
            </a:r>
            <a:r>
              <a:rPr lang="en-US" err="1">
                <a:solidFill>
                  <a:schemeClr val="tx1"/>
                </a:solidFill>
              </a:rPr>
              <a:t>Kobabe</a:t>
            </a:r>
            <a:r>
              <a:rPr lang="en-US">
                <a:solidFill>
                  <a:schemeClr val="tx1"/>
                </a:solidFill>
              </a:rPr>
              <a:t>","Sarah J. </a:t>
            </a:r>
            <a:r>
              <a:rPr lang="en-US" err="1">
                <a:solidFill>
                  <a:schemeClr val="tx1"/>
                </a:solidFill>
              </a:rPr>
              <a:t>Maas","Malinda</a:t>
            </a:r>
            <a:r>
              <a:rPr lang="en-US">
                <a:solidFill>
                  <a:schemeClr val="tx1"/>
                </a:solidFill>
              </a:rPr>
              <a:t> </a:t>
            </a:r>
            <a:r>
              <a:rPr lang="en-US" err="1">
                <a:solidFill>
                  <a:schemeClr val="tx1"/>
                </a:solidFill>
              </a:rPr>
              <a:t>Lo","Ellen</a:t>
            </a:r>
            <a:r>
              <a:rPr lang="en-US">
                <a:solidFill>
                  <a:schemeClr val="tx1"/>
                </a:solidFill>
              </a:rPr>
              <a:t> Hopkins"],</a:t>
            </a:r>
          </a:p>
          <a:p>
            <a:pPr marL="457200"/>
            <a:r>
              <a:rPr lang="en-US">
                <a:solidFill>
                  <a:schemeClr val="tx1"/>
                </a:solidFill>
              </a:rPr>
              <a:t>    "</a:t>
            </a:r>
            <a:r>
              <a:rPr lang="en-US" err="1">
                <a:solidFill>
                  <a:schemeClr val="tx1"/>
                </a:solidFill>
              </a:rPr>
              <a:t>number_challenges</a:t>
            </a:r>
            <a:r>
              <a:rPr lang="en-US">
                <a:solidFill>
                  <a:schemeClr val="tx1"/>
                </a:solidFill>
              </a:rPr>
              <a:t>" : [36,33,25,24,23,23]</a:t>
            </a:r>
          </a:p>
          <a:p>
            <a:pPr marL="457200"/>
            <a:r>
              <a:rPr lang="en-US">
                <a:solidFill>
                  <a:schemeClr val="tx1"/>
                </a:solidFill>
              </a:rPr>
              <a:t>})</a:t>
            </a:r>
          </a:p>
        </p:txBody>
      </p:sp>
      <p:graphicFrame>
        <p:nvGraphicFramePr>
          <p:cNvPr id="11" name="Content Placeholder 10">
            <a:extLst>
              <a:ext uri="{FF2B5EF4-FFF2-40B4-BE49-F238E27FC236}">
                <a16:creationId xmlns:a16="http://schemas.microsoft.com/office/drawing/2014/main" id="{B8E4EBE0-0A4C-6005-0A34-05556F2EB971}"/>
              </a:ext>
            </a:extLst>
          </p:cNvPr>
          <p:cNvGraphicFramePr>
            <a:graphicFrameLocks noGrp="1"/>
          </p:cNvGraphicFramePr>
          <p:nvPr>
            <p:ph idx="1"/>
            <p:extLst>
              <p:ext uri="{D42A27DB-BD31-4B8C-83A1-F6EECF244321}">
                <p14:modId xmlns:p14="http://schemas.microsoft.com/office/powerpoint/2010/main" val="535120162"/>
              </p:ext>
            </p:extLst>
          </p:nvPr>
        </p:nvGraphicFramePr>
        <p:xfrm>
          <a:off x="396876" y="559549"/>
          <a:ext cx="11398248" cy="2595880"/>
        </p:xfrm>
        <a:graphic>
          <a:graphicData uri="http://schemas.openxmlformats.org/drawingml/2006/table">
            <a:tbl>
              <a:tblPr firstRow="1" bandRow="1">
                <a:tableStyleId>{5C22544A-7EE6-4342-B048-85BDC9FD1C3A}</a:tableStyleId>
              </a:tblPr>
              <a:tblGrid>
                <a:gridCol w="450849">
                  <a:extLst>
                    <a:ext uri="{9D8B030D-6E8A-4147-A177-3AD203B41FA5}">
                      <a16:colId xmlns:a16="http://schemas.microsoft.com/office/drawing/2014/main" val="3323424326"/>
                    </a:ext>
                  </a:extLst>
                </a:gridCol>
                <a:gridCol w="1162050">
                  <a:extLst>
                    <a:ext uri="{9D8B030D-6E8A-4147-A177-3AD203B41FA5}">
                      <a16:colId xmlns:a16="http://schemas.microsoft.com/office/drawing/2014/main" val="3339091369"/>
                    </a:ext>
                  </a:extLst>
                </a:gridCol>
                <a:gridCol w="3467100">
                  <a:extLst>
                    <a:ext uri="{9D8B030D-6E8A-4147-A177-3AD203B41FA5}">
                      <a16:colId xmlns:a16="http://schemas.microsoft.com/office/drawing/2014/main" val="4170407698"/>
                    </a:ext>
                  </a:extLst>
                </a:gridCol>
                <a:gridCol w="2518833">
                  <a:extLst>
                    <a:ext uri="{9D8B030D-6E8A-4147-A177-3AD203B41FA5}">
                      <a16:colId xmlns:a16="http://schemas.microsoft.com/office/drawing/2014/main" val="2705875498"/>
                    </a:ext>
                  </a:extLst>
                </a:gridCol>
                <a:gridCol w="2329392">
                  <a:extLst>
                    <a:ext uri="{9D8B030D-6E8A-4147-A177-3AD203B41FA5}">
                      <a16:colId xmlns:a16="http://schemas.microsoft.com/office/drawing/2014/main" val="4278661275"/>
                    </a:ext>
                  </a:extLst>
                </a:gridCol>
                <a:gridCol w="1470024">
                  <a:extLst>
                    <a:ext uri="{9D8B030D-6E8A-4147-A177-3AD203B41FA5}">
                      <a16:colId xmlns:a16="http://schemas.microsoft.com/office/drawing/2014/main" val="3392288252"/>
                    </a:ext>
                  </a:extLst>
                </a:gridCol>
              </a:tblGrid>
              <a:tr h="370840">
                <a:tc>
                  <a:txBody>
                    <a:bodyPr/>
                    <a:lstStyle/>
                    <a:p>
                      <a:endParaRPr lang="en-US"/>
                    </a:p>
                  </a:txBody>
                  <a:tcPr/>
                </a:tc>
                <a:tc>
                  <a:txBody>
                    <a:bodyPr/>
                    <a:lstStyle/>
                    <a:p>
                      <a:r>
                        <a:rPr lang="en-US"/>
                        <a:t>"year"</a:t>
                      </a:r>
                    </a:p>
                  </a:txBody>
                  <a:tcPr/>
                </a:tc>
                <a:tc>
                  <a:txBody>
                    <a:bodyPr/>
                    <a:lstStyle/>
                    <a:p>
                      <a:r>
                        <a:rPr lang="en-US"/>
                        <a:t>"title"</a:t>
                      </a:r>
                    </a:p>
                  </a:txBody>
                  <a:tcPr/>
                </a:tc>
                <a:tc>
                  <a:txBody>
                    <a:bodyPr/>
                    <a:lstStyle/>
                    <a:p>
                      <a:r>
                        <a:rPr lang="en-US"/>
                        <a:t>"author"</a:t>
                      </a:r>
                    </a:p>
                  </a:txBody>
                  <a:tcPr/>
                </a:tc>
                <a:tc>
                  <a:txBody>
                    <a:bodyPr/>
                    <a:lstStyle/>
                    <a:p>
                      <a:r>
                        <a:rPr lang="en-US"/>
                        <a:t>"</a:t>
                      </a:r>
                      <a:r>
                        <a:rPr lang="en-US" err="1"/>
                        <a:t>number_challenges</a:t>
                      </a:r>
                      <a:r>
                        <a:rPr lang="en-US"/>
                        <a:t>"</a:t>
                      </a:r>
                    </a:p>
                  </a:txBody>
                  <a:tcPr/>
                </a:tc>
                <a:tc>
                  <a:txBody>
                    <a:bodyPr/>
                    <a:lstStyle/>
                    <a:p>
                      <a:r>
                        <a:rPr lang="en-US"/>
                        <a:t>"rank"</a:t>
                      </a:r>
                    </a:p>
                  </a:txBody>
                  <a:tcPr/>
                </a:tc>
                <a:extLst>
                  <a:ext uri="{0D108BD9-81ED-4DB2-BD59-A6C34878D82A}">
                    <a16:rowId xmlns:a16="http://schemas.microsoft.com/office/drawing/2014/main" val="335525313"/>
                  </a:ext>
                </a:extLst>
              </a:tr>
              <a:tr h="370840">
                <a:tc>
                  <a:txBody>
                    <a:bodyPr/>
                    <a:lstStyle/>
                    <a:p>
                      <a:r>
                        <a:rPr lang="en-US"/>
                        <a:t>1</a:t>
                      </a:r>
                    </a:p>
                  </a:txBody>
                  <a:tcPr/>
                </a:tc>
                <a:tc>
                  <a:txBody>
                    <a:bodyPr/>
                    <a:lstStyle/>
                    <a:p>
                      <a:r>
                        <a:rPr lang="en-US"/>
                        <a:t>2025</a:t>
                      </a:r>
                    </a:p>
                  </a:txBody>
                  <a:tcPr/>
                </a:tc>
                <a:tc>
                  <a:txBody>
                    <a:bodyPr/>
                    <a:lstStyle/>
                    <a:p>
                      <a:r>
                        <a:rPr lang="en-US"/>
                        <a:t>"Sold"</a:t>
                      </a:r>
                    </a:p>
                  </a:txBody>
                  <a:tcPr/>
                </a:tc>
                <a:tc>
                  <a:txBody>
                    <a:bodyPr/>
                    <a:lstStyle/>
                    <a:p>
                      <a:r>
                        <a:rPr lang="en-US"/>
                        <a:t>"Patricia McCormick"</a:t>
                      </a:r>
                    </a:p>
                  </a:txBody>
                  <a:tcPr/>
                </a:tc>
                <a:tc>
                  <a:txBody>
                    <a:bodyPr/>
                    <a:lstStyle/>
                    <a:p>
                      <a:r>
                        <a:rPr lang="en-US"/>
                        <a:t>36</a:t>
                      </a:r>
                    </a:p>
                  </a:txBody>
                  <a:tcPr/>
                </a:tc>
                <a:tc>
                  <a:txBody>
                    <a:bodyPr/>
                    <a:lstStyle/>
                    <a:p>
                      <a:r>
                        <a:rPr lang="en-US"/>
                        <a:t>1</a:t>
                      </a:r>
                    </a:p>
                  </a:txBody>
                  <a:tcPr/>
                </a:tc>
                <a:extLst>
                  <a:ext uri="{0D108BD9-81ED-4DB2-BD59-A6C34878D82A}">
                    <a16:rowId xmlns:a16="http://schemas.microsoft.com/office/drawing/2014/main" val="982762032"/>
                  </a:ext>
                </a:extLst>
              </a:tr>
              <a:tr h="370840">
                <a:tc>
                  <a:txBody>
                    <a:bodyPr/>
                    <a:lstStyle/>
                    <a:p>
                      <a:r>
                        <a:rPr lang="en-US"/>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"The Perks of Being a Wallflower"</a:t>
                      </a:r>
                    </a:p>
                  </a:txBody>
                  <a:tcPr/>
                </a:tc>
                <a:tc>
                  <a:txBody>
                    <a:bodyPr/>
                    <a:lstStyle/>
                    <a:p>
                      <a:r>
                        <a:rPr lang="en-US"/>
                        <a:t>"Stephen Chbosky"</a:t>
                      </a:r>
                    </a:p>
                  </a:txBody>
                  <a:tcPr/>
                </a:tc>
                <a:tc>
                  <a:txBody>
                    <a:bodyPr/>
                    <a:lstStyle/>
                    <a:p>
                      <a:r>
                        <a:rPr lang="en-US"/>
                        <a:t>33</a:t>
                      </a:r>
                    </a:p>
                  </a:txBody>
                  <a:tcPr/>
                </a:tc>
                <a:tc>
                  <a:txBody>
                    <a:bodyPr/>
                    <a:lstStyle/>
                    <a:p>
                      <a:r>
                        <a:rPr lang="en-US"/>
                        <a:t>2</a:t>
                      </a:r>
                    </a:p>
                  </a:txBody>
                  <a:tcPr/>
                </a:tc>
                <a:extLst>
                  <a:ext uri="{0D108BD9-81ED-4DB2-BD59-A6C34878D82A}">
                    <a16:rowId xmlns:a16="http://schemas.microsoft.com/office/drawing/2014/main" val="3322133564"/>
                  </a:ext>
                </a:extLst>
              </a:tr>
              <a:tr h="370840">
                <a:tc>
                  <a:txBody>
                    <a:bodyPr/>
                    <a:lstStyle/>
                    <a:p>
                      <a:r>
                        <a:rPr lang="en-US"/>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"Gender Queer"</a:t>
                      </a:r>
                    </a:p>
                  </a:txBody>
                  <a:tcPr/>
                </a:tc>
                <a:tc>
                  <a:txBody>
                    <a:bodyPr/>
                    <a:lstStyle/>
                    <a:p>
                      <a:r>
                        <a:rPr lang="en-US"/>
                        <a:t>"Maia </a:t>
                      </a:r>
                      <a:r>
                        <a:rPr lang="en-US" err="1"/>
                        <a:t>Kobabe</a:t>
                      </a:r>
                      <a:r>
                        <a:rPr lang="en-US"/>
                        <a:t>"</a:t>
                      </a:r>
                    </a:p>
                  </a:txBody>
                  <a:tcPr/>
                </a:tc>
                <a:tc>
                  <a:txBody>
                    <a:bodyPr/>
                    <a:lstStyle/>
                    <a:p>
                      <a:r>
                        <a:rPr lang="en-US"/>
                        <a:t>25</a:t>
                      </a:r>
                    </a:p>
                  </a:txBody>
                  <a:tcPr/>
                </a:tc>
                <a:tc>
                  <a:txBody>
                    <a:bodyPr/>
                    <a:lstStyle/>
                    <a:p>
                      <a:r>
                        <a:rPr lang="en-US"/>
                        <a:t>3</a:t>
                      </a:r>
                    </a:p>
                  </a:txBody>
                  <a:tcPr/>
                </a:tc>
                <a:extLst>
                  <a:ext uri="{0D108BD9-81ED-4DB2-BD59-A6C34878D82A}">
                    <a16:rowId xmlns:a16="http://schemas.microsoft.com/office/drawing/2014/main" val="3028558019"/>
                  </a:ext>
                </a:extLst>
              </a:tr>
              <a:tr h="370840">
                <a:tc>
                  <a:txBody>
                    <a:bodyPr/>
                    <a:lstStyle/>
                    <a:p>
                      <a:r>
                        <a:rPr lang="en-US"/>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"Empire of Storms"</a:t>
                      </a:r>
                    </a:p>
                  </a:txBody>
                  <a:tcPr/>
                </a:tc>
                <a:tc>
                  <a:txBody>
                    <a:bodyPr/>
                    <a:lstStyle/>
                    <a:p>
                      <a:r>
                        <a:rPr lang="en-US"/>
                        <a:t>"Sarah J. Maas"</a:t>
                      </a:r>
                    </a:p>
                  </a:txBody>
                  <a:tcPr/>
                </a:tc>
                <a:tc>
                  <a:txBody>
                    <a:bodyPr/>
                    <a:lstStyle/>
                    <a:p>
                      <a:r>
                        <a:rPr lang="en-US"/>
                        <a:t>24</a:t>
                      </a:r>
                    </a:p>
                  </a:txBody>
                  <a:tcPr/>
                </a:tc>
                <a:tc>
                  <a:txBody>
                    <a:bodyPr/>
                    <a:lstStyle/>
                    <a:p>
                      <a:r>
                        <a:rPr lang="en-US"/>
                        <a:t>4</a:t>
                      </a:r>
                    </a:p>
                  </a:txBody>
                  <a:tcPr/>
                </a:tc>
                <a:extLst>
                  <a:ext uri="{0D108BD9-81ED-4DB2-BD59-A6C34878D82A}">
                    <a16:rowId xmlns:a16="http://schemas.microsoft.com/office/drawing/2014/main" val="2038913462"/>
                  </a:ext>
                </a:extLst>
              </a:tr>
              <a:tr h="370840">
                <a:tc>
                  <a:txBody>
                    <a:bodyPr/>
                    <a:lstStyle/>
                    <a:p>
                      <a:r>
                        <a:rPr lang="en-US"/>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"Last Night at the Telegraph Club"</a:t>
                      </a:r>
                    </a:p>
                  </a:txBody>
                  <a:tcPr/>
                </a:tc>
                <a:tc>
                  <a:txBody>
                    <a:bodyPr/>
                    <a:lstStyle/>
                    <a:p>
                      <a:r>
                        <a:rPr lang="en-US"/>
                        <a:t>"Malinda Lo"</a:t>
                      </a:r>
                    </a:p>
                  </a:txBody>
                  <a:tcPr/>
                </a:tc>
                <a:tc>
                  <a:txBody>
                    <a:bodyPr/>
                    <a:lstStyle/>
                    <a:p>
                      <a:r>
                        <a:rPr lang="en-US"/>
                        <a:t>23</a:t>
                      </a:r>
                    </a:p>
                  </a:txBody>
                  <a:tcPr/>
                </a:tc>
                <a:tc>
                  <a:txBody>
                    <a:bodyPr/>
                    <a:lstStyle/>
                    <a:p>
                      <a:r>
                        <a:rPr lang="en-US"/>
                        <a:t>5</a:t>
                      </a:r>
                    </a:p>
                  </a:txBody>
                  <a:tcPr/>
                </a:tc>
                <a:extLst>
                  <a:ext uri="{0D108BD9-81ED-4DB2-BD59-A6C34878D82A}">
                    <a16:rowId xmlns:a16="http://schemas.microsoft.com/office/drawing/2014/main" val="4037298360"/>
                  </a:ext>
                </a:extLst>
              </a:tr>
              <a:tr h="370840">
                <a:tc>
                  <a:txBody>
                    <a:bodyPr/>
                    <a:lstStyle/>
                    <a:p>
                      <a:r>
                        <a:rPr lang="en-US"/>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"Tricks"</a:t>
                      </a:r>
                    </a:p>
                  </a:txBody>
                  <a:tcPr/>
                </a:tc>
                <a:tc>
                  <a:txBody>
                    <a:bodyPr/>
                    <a:lstStyle/>
                    <a:p>
                      <a:r>
                        <a:rPr lang="en-US"/>
                        <a:t>"Ellen Hopkins"</a:t>
                      </a:r>
                    </a:p>
                  </a:txBody>
                  <a:tcPr/>
                </a:tc>
                <a:tc>
                  <a:txBody>
                    <a:bodyPr/>
                    <a:lstStyle/>
                    <a:p>
                      <a:r>
                        <a:rPr lang="en-US"/>
                        <a:t>23</a:t>
                      </a:r>
                    </a:p>
                  </a:txBody>
                  <a:tcPr/>
                </a:tc>
                <a:tc>
                  <a:txBody>
                    <a:bodyPr/>
                    <a:lstStyle/>
                    <a:p>
                      <a:r>
                        <a:rPr lang="en-US"/>
                        <a:t>5</a:t>
                      </a:r>
                    </a:p>
                  </a:txBody>
                  <a:tcPr/>
                </a:tc>
                <a:extLst>
                  <a:ext uri="{0D108BD9-81ED-4DB2-BD59-A6C34878D82A}">
                    <a16:rowId xmlns:a16="http://schemas.microsoft.com/office/drawing/2014/main" val="4151988425"/>
                  </a:ext>
                </a:extLst>
              </a:tr>
            </a:tbl>
          </a:graphicData>
        </a:graphic>
      </p:graphicFrame>
    </p:spTree>
    <p:extLst>
      <p:ext uri="{BB962C8B-B14F-4D97-AF65-F5344CB8AC3E}">
        <p14:creationId xmlns:p14="http://schemas.microsoft.com/office/powerpoint/2010/main" val="27579120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DF404-EF24-0F81-A42F-B433599B62B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64D9FC-AF27-CDA7-71F7-C642887A1073}"/>
              </a:ext>
            </a:extLst>
          </p:cNvPr>
          <p:cNvSpPr>
            <a:spLocks noGrp="1"/>
          </p:cNvSpPr>
          <p:nvPr>
            <p:ph type="sldNum" sz="quarter" idx="12"/>
          </p:nvPr>
        </p:nvSpPr>
        <p:spPr/>
        <p:txBody>
          <a:bodyPr/>
          <a:lstStyle/>
          <a:p>
            <a:fld id="{DFA4CD3D-26C8-47FF-8D13-9B32BAAB4735}" type="slidenum">
              <a:rPr lang="en-US" smtClean="0"/>
              <a:t>105</a:t>
            </a:fld>
            <a:endParaRPr lang="en-US"/>
          </a:p>
        </p:txBody>
      </p:sp>
      <p:graphicFrame>
        <p:nvGraphicFramePr>
          <p:cNvPr id="11" name="Content Placeholder 10">
            <a:extLst>
              <a:ext uri="{FF2B5EF4-FFF2-40B4-BE49-F238E27FC236}">
                <a16:creationId xmlns:a16="http://schemas.microsoft.com/office/drawing/2014/main" id="{5C7F7A9E-5BF7-F9C9-27F4-AFE046F15ADF}"/>
              </a:ext>
            </a:extLst>
          </p:cNvPr>
          <p:cNvGraphicFramePr>
            <a:graphicFrameLocks noGrp="1"/>
          </p:cNvGraphicFramePr>
          <p:nvPr>
            <p:ph idx="1"/>
            <p:extLst>
              <p:ext uri="{D42A27DB-BD31-4B8C-83A1-F6EECF244321}">
                <p14:modId xmlns:p14="http://schemas.microsoft.com/office/powerpoint/2010/main" val="1224101091"/>
              </p:ext>
            </p:extLst>
          </p:nvPr>
        </p:nvGraphicFramePr>
        <p:xfrm>
          <a:off x="396876" y="1635874"/>
          <a:ext cx="11398248" cy="2595880"/>
        </p:xfrm>
        <a:graphic>
          <a:graphicData uri="http://schemas.openxmlformats.org/drawingml/2006/table">
            <a:tbl>
              <a:tblPr firstRow="1" bandRow="1">
                <a:tableStyleId>{5C22544A-7EE6-4342-B048-85BDC9FD1C3A}</a:tableStyleId>
              </a:tblPr>
              <a:tblGrid>
                <a:gridCol w="450849">
                  <a:extLst>
                    <a:ext uri="{9D8B030D-6E8A-4147-A177-3AD203B41FA5}">
                      <a16:colId xmlns:a16="http://schemas.microsoft.com/office/drawing/2014/main" val="3323424326"/>
                    </a:ext>
                  </a:extLst>
                </a:gridCol>
                <a:gridCol w="1162050">
                  <a:extLst>
                    <a:ext uri="{9D8B030D-6E8A-4147-A177-3AD203B41FA5}">
                      <a16:colId xmlns:a16="http://schemas.microsoft.com/office/drawing/2014/main" val="3339091369"/>
                    </a:ext>
                  </a:extLst>
                </a:gridCol>
                <a:gridCol w="3467100">
                  <a:extLst>
                    <a:ext uri="{9D8B030D-6E8A-4147-A177-3AD203B41FA5}">
                      <a16:colId xmlns:a16="http://schemas.microsoft.com/office/drawing/2014/main" val="4170407698"/>
                    </a:ext>
                  </a:extLst>
                </a:gridCol>
                <a:gridCol w="2518833">
                  <a:extLst>
                    <a:ext uri="{9D8B030D-6E8A-4147-A177-3AD203B41FA5}">
                      <a16:colId xmlns:a16="http://schemas.microsoft.com/office/drawing/2014/main" val="2705875498"/>
                    </a:ext>
                  </a:extLst>
                </a:gridCol>
                <a:gridCol w="2329392">
                  <a:extLst>
                    <a:ext uri="{9D8B030D-6E8A-4147-A177-3AD203B41FA5}">
                      <a16:colId xmlns:a16="http://schemas.microsoft.com/office/drawing/2014/main" val="4278661275"/>
                    </a:ext>
                  </a:extLst>
                </a:gridCol>
                <a:gridCol w="1470024">
                  <a:extLst>
                    <a:ext uri="{9D8B030D-6E8A-4147-A177-3AD203B41FA5}">
                      <a16:colId xmlns:a16="http://schemas.microsoft.com/office/drawing/2014/main" val="3392288252"/>
                    </a:ext>
                  </a:extLst>
                </a:gridCol>
              </a:tblGrid>
              <a:tr h="370840">
                <a:tc>
                  <a:txBody>
                    <a:bodyPr/>
                    <a:lstStyle/>
                    <a:p>
                      <a:endParaRPr lang="en-US"/>
                    </a:p>
                  </a:txBody>
                  <a:tcPr/>
                </a:tc>
                <a:tc>
                  <a:txBody>
                    <a:bodyPr/>
                    <a:lstStyle/>
                    <a:p>
                      <a:r>
                        <a:rPr lang="en-US"/>
                        <a:t>"year"</a:t>
                      </a:r>
                    </a:p>
                  </a:txBody>
                  <a:tcPr/>
                </a:tc>
                <a:tc>
                  <a:txBody>
                    <a:bodyPr/>
                    <a:lstStyle/>
                    <a:p>
                      <a:r>
                        <a:rPr lang="en-US"/>
                        <a:t>"title"</a:t>
                      </a:r>
                    </a:p>
                  </a:txBody>
                  <a:tcPr/>
                </a:tc>
                <a:tc>
                  <a:txBody>
                    <a:bodyPr/>
                    <a:lstStyle/>
                    <a:p>
                      <a:r>
                        <a:rPr lang="en-US"/>
                        <a:t>"author"</a:t>
                      </a:r>
                    </a:p>
                  </a:txBody>
                  <a:tcPr/>
                </a:tc>
                <a:tc>
                  <a:txBody>
                    <a:bodyPr/>
                    <a:lstStyle/>
                    <a:p>
                      <a:r>
                        <a:rPr lang="en-US"/>
                        <a:t>"</a:t>
                      </a:r>
                      <a:r>
                        <a:rPr lang="en-US" err="1"/>
                        <a:t>number_challenges</a:t>
                      </a:r>
                      <a:r>
                        <a:rPr lang="en-US"/>
                        <a:t>"</a:t>
                      </a:r>
                    </a:p>
                  </a:txBody>
                  <a:tcPr/>
                </a:tc>
                <a:tc>
                  <a:txBody>
                    <a:bodyPr/>
                    <a:lstStyle/>
                    <a:p>
                      <a:r>
                        <a:rPr lang="en-US"/>
                        <a:t>"rank"</a:t>
                      </a:r>
                    </a:p>
                  </a:txBody>
                  <a:tcPr/>
                </a:tc>
                <a:extLst>
                  <a:ext uri="{0D108BD9-81ED-4DB2-BD59-A6C34878D82A}">
                    <a16:rowId xmlns:a16="http://schemas.microsoft.com/office/drawing/2014/main" val="335525313"/>
                  </a:ext>
                </a:extLst>
              </a:tr>
              <a:tr h="370840">
                <a:tc>
                  <a:txBody>
                    <a:bodyPr/>
                    <a:lstStyle/>
                    <a:p>
                      <a:r>
                        <a:rPr lang="en-US"/>
                        <a:t>1</a:t>
                      </a:r>
                    </a:p>
                  </a:txBody>
                  <a:tcPr/>
                </a:tc>
                <a:tc>
                  <a:txBody>
                    <a:bodyPr/>
                    <a:lstStyle/>
                    <a:p>
                      <a:r>
                        <a:rPr lang="en-US"/>
                        <a:t>2025</a:t>
                      </a:r>
                    </a:p>
                  </a:txBody>
                  <a:tcPr/>
                </a:tc>
                <a:tc>
                  <a:txBody>
                    <a:bodyPr/>
                    <a:lstStyle/>
                    <a:p>
                      <a:r>
                        <a:rPr lang="en-US"/>
                        <a:t>"Sold"</a:t>
                      </a:r>
                    </a:p>
                  </a:txBody>
                  <a:tcPr/>
                </a:tc>
                <a:tc>
                  <a:txBody>
                    <a:bodyPr/>
                    <a:lstStyle/>
                    <a:p>
                      <a:r>
                        <a:rPr lang="en-US"/>
                        <a:t>"Patricia McCormick"</a:t>
                      </a:r>
                    </a:p>
                  </a:txBody>
                  <a:tcPr/>
                </a:tc>
                <a:tc>
                  <a:txBody>
                    <a:bodyPr/>
                    <a:lstStyle/>
                    <a:p>
                      <a:r>
                        <a:rPr lang="en-US"/>
                        <a:t>36</a:t>
                      </a:r>
                    </a:p>
                  </a:txBody>
                  <a:tcPr/>
                </a:tc>
                <a:tc>
                  <a:txBody>
                    <a:bodyPr/>
                    <a:lstStyle/>
                    <a:p>
                      <a:r>
                        <a:rPr lang="en-US"/>
                        <a:t>1</a:t>
                      </a:r>
                    </a:p>
                  </a:txBody>
                  <a:tcPr/>
                </a:tc>
                <a:extLst>
                  <a:ext uri="{0D108BD9-81ED-4DB2-BD59-A6C34878D82A}">
                    <a16:rowId xmlns:a16="http://schemas.microsoft.com/office/drawing/2014/main" val="982762032"/>
                  </a:ext>
                </a:extLst>
              </a:tr>
              <a:tr h="370840">
                <a:tc>
                  <a:txBody>
                    <a:bodyPr/>
                    <a:lstStyle/>
                    <a:p>
                      <a:r>
                        <a:rPr lang="en-US"/>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"The Perks of Being a Wallflower"</a:t>
                      </a:r>
                    </a:p>
                  </a:txBody>
                  <a:tcPr/>
                </a:tc>
                <a:tc>
                  <a:txBody>
                    <a:bodyPr/>
                    <a:lstStyle/>
                    <a:p>
                      <a:r>
                        <a:rPr lang="en-US"/>
                        <a:t>"Stephen Chbosky"</a:t>
                      </a:r>
                    </a:p>
                  </a:txBody>
                  <a:tcPr/>
                </a:tc>
                <a:tc>
                  <a:txBody>
                    <a:bodyPr/>
                    <a:lstStyle/>
                    <a:p>
                      <a:r>
                        <a:rPr lang="en-US"/>
                        <a:t>33</a:t>
                      </a:r>
                    </a:p>
                  </a:txBody>
                  <a:tcPr/>
                </a:tc>
                <a:tc>
                  <a:txBody>
                    <a:bodyPr/>
                    <a:lstStyle/>
                    <a:p>
                      <a:r>
                        <a:rPr lang="en-US"/>
                        <a:t>2</a:t>
                      </a:r>
                    </a:p>
                  </a:txBody>
                  <a:tcPr/>
                </a:tc>
                <a:extLst>
                  <a:ext uri="{0D108BD9-81ED-4DB2-BD59-A6C34878D82A}">
                    <a16:rowId xmlns:a16="http://schemas.microsoft.com/office/drawing/2014/main" val="3322133564"/>
                  </a:ext>
                </a:extLst>
              </a:tr>
              <a:tr h="370840">
                <a:tc>
                  <a:txBody>
                    <a:bodyPr/>
                    <a:lstStyle/>
                    <a:p>
                      <a:r>
                        <a:rPr lang="en-US"/>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"Gender Queer"</a:t>
                      </a:r>
                    </a:p>
                  </a:txBody>
                  <a:tcPr/>
                </a:tc>
                <a:tc>
                  <a:txBody>
                    <a:bodyPr/>
                    <a:lstStyle/>
                    <a:p>
                      <a:r>
                        <a:rPr lang="en-US"/>
                        <a:t>"Maia </a:t>
                      </a:r>
                      <a:r>
                        <a:rPr lang="en-US" err="1"/>
                        <a:t>Kobabe</a:t>
                      </a:r>
                      <a:r>
                        <a:rPr lang="en-US"/>
                        <a:t>"</a:t>
                      </a:r>
                    </a:p>
                  </a:txBody>
                  <a:tcPr/>
                </a:tc>
                <a:tc>
                  <a:txBody>
                    <a:bodyPr/>
                    <a:lstStyle/>
                    <a:p>
                      <a:r>
                        <a:rPr lang="en-US"/>
                        <a:t>25</a:t>
                      </a:r>
                    </a:p>
                  </a:txBody>
                  <a:tcPr/>
                </a:tc>
                <a:tc>
                  <a:txBody>
                    <a:bodyPr/>
                    <a:lstStyle/>
                    <a:p>
                      <a:r>
                        <a:rPr lang="en-US"/>
                        <a:t>3</a:t>
                      </a:r>
                    </a:p>
                  </a:txBody>
                  <a:tcPr/>
                </a:tc>
                <a:extLst>
                  <a:ext uri="{0D108BD9-81ED-4DB2-BD59-A6C34878D82A}">
                    <a16:rowId xmlns:a16="http://schemas.microsoft.com/office/drawing/2014/main" val="3028558019"/>
                  </a:ext>
                </a:extLst>
              </a:tr>
              <a:tr h="370840">
                <a:tc>
                  <a:txBody>
                    <a:bodyPr/>
                    <a:lstStyle/>
                    <a:p>
                      <a:r>
                        <a:rPr lang="en-US"/>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"Empire of Storms"</a:t>
                      </a:r>
                    </a:p>
                  </a:txBody>
                  <a:tcPr/>
                </a:tc>
                <a:tc>
                  <a:txBody>
                    <a:bodyPr/>
                    <a:lstStyle/>
                    <a:p>
                      <a:r>
                        <a:rPr lang="en-US"/>
                        <a:t>"Sarah J. Maas"</a:t>
                      </a:r>
                    </a:p>
                  </a:txBody>
                  <a:tcPr/>
                </a:tc>
                <a:tc>
                  <a:txBody>
                    <a:bodyPr/>
                    <a:lstStyle/>
                    <a:p>
                      <a:r>
                        <a:rPr lang="en-US"/>
                        <a:t>24</a:t>
                      </a:r>
                    </a:p>
                  </a:txBody>
                  <a:tcPr/>
                </a:tc>
                <a:tc>
                  <a:txBody>
                    <a:bodyPr/>
                    <a:lstStyle/>
                    <a:p>
                      <a:r>
                        <a:rPr lang="en-US"/>
                        <a:t>4</a:t>
                      </a:r>
                    </a:p>
                  </a:txBody>
                  <a:tcPr/>
                </a:tc>
                <a:extLst>
                  <a:ext uri="{0D108BD9-81ED-4DB2-BD59-A6C34878D82A}">
                    <a16:rowId xmlns:a16="http://schemas.microsoft.com/office/drawing/2014/main" val="2038913462"/>
                  </a:ext>
                </a:extLst>
              </a:tr>
              <a:tr h="370840">
                <a:tc>
                  <a:txBody>
                    <a:bodyPr/>
                    <a:lstStyle/>
                    <a:p>
                      <a:r>
                        <a:rPr lang="en-US"/>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"Last Night at the Telegraph Club"</a:t>
                      </a:r>
                    </a:p>
                  </a:txBody>
                  <a:tcPr/>
                </a:tc>
                <a:tc>
                  <a:txBody>
                    <a:bodyPr/>
                    <a:lstStyle/>
                    <a:p>
                      <a:r>
                        <a:rPr lang="en-US"/>
                        <a:t>"Malinda Lo"</a:t>
                      </a:r>
                    </a:p>
                  </a:txBody>
                  <a:tcPr/>
                </a:tc>
                <a:tc>
                  <a:txBody>
                    <a:bodyPr/>
                    <a:lstStyle/>
                    <a:p>
                      <a:r>
                        <a:rPr lang="en-US"/>
                        <a:t>23</a:t>
                      </a:r>
                    </a:p>
                  </a:txBody>
                  <a:tcPr/>
                </a:tc>
                <a:tc>
                  <a:txBody>
                    <a:bodyPr/>
                    <a:lstStyle/>
                    <a:p>
                      <a:r>
                        <a:rPr lang="en-US"/>
                        <a:t>5</a:t>
                      </a:r>
                    </a:p>
                  </a:txBody>
                  <a:tcPr/>
                </a:tc>
                <a:extLst>
                  <a:ext uri="{0D108BD9-81ED-4DB2-BD59-A6C34878D82A}">
                    <a16:rowId xmlns:a16="http://schemas.microsoft.com/office/drawing/2014/main" val="4037298360"/>
                  </a:ext>
                </a:extLst>
              </a:tr>
              <a:tr h="370840">
                <a:tc>
                  <a:txBody>
                    <a:bodyPr/>
                    <a:lstStyle/>
                    <a:p>
                      <a:r>
                        <a:rPr lang="en-US"/>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2025</a:t>
                      </a:r>
                    </a:p>
                  </a:txBody>
                  <a:tcPr/>
                </a:tc>
                <a:tc>
                  <a:txBody>
                    <a:bodyPr/>
                    <a:lstStyle/>
                    <a:p>
                      <a:r>
                        <a:rPr lang="en-US"/>
                        <a:t>"Tricks"</a:t>
                      </a:r>
                    </a:p>
                  </a:txBody>
                  <a:tcPr/>
                </a:tc>
                <a:tc>
                  <a:txBody>
                    <a:bodyPr/>
                    <a:lstStyle/>
                    <a:p>
                      <a:r>
                        <a:rPr lang="en-US"/>
                        <a:t>"Ellen Hopkins"</a:t>
                      </a:r>
                    </a:p>
                  </a:txBody>
                  <a:tcPr/>
                </a:tc>
                <a:tc>
                  <a:txBody>
                    <a:bodyPr/>
                    <a:lstStyle/>
                    <a:p>
                      <a:r>
                        <a:rPr lang="en-US"/>
                        <a:t>23</a:t>
                      </a:r>
                    </a:p>
                  </a:txBody>
                  <a:tcPr/>
                </a:tc>
                <a:tc>
                  <a:txBody>
                    <a:bodyPr/>
                    <a:lstStyle/>
                    <a:p>
                      <a:r>
                        <a:rPr lang="en-US"/>
                        <a:t>5</a:t>
                      </a:r>
                    </a:p>
                  </a:txBody>
                  <a:tcPr/>
                </a:tc>
                <a:extLst>
                  <a:ext uri="{0D108BD9-81ED-4DB2-BD59-A6C34878D82A}">
                    <a16:rowId xmlns:a16="http://schemas.microsoft.com/office/drawing/2014/main" val="4151988425"/>
                  </a:ext>
                </a:extLst>
              </a:tr>
            </a:tbl>
          </a:graphicData>
        </a:graphic>
      </p:graphicFrame>
      <p:cxnSp>
        <p:nvCxnSpPr>
          <p:cNvPr id="32" name="Straight Connector 31">
            <a:extLst>
              <a:ext uri="{FF2B5EF4-FFF2-40B4-BE49-F238E27FC236}">
                <a16:creationId xmlns:a16="http://schemas.microsoft.com/office/drawing/2014/main" id="{D85097DA-D331-6BFE-B74B-DB27EE6285EE}"/>
              </a:ext>
            </a:extLst>
          </p:cNvPr>
          <p:cNvCxnSpPr>
            <a:cxnSpLocks/>
          </p:cNvCxnSpPr>
          <p:nvPr/>
        </p:nvCxnSpPr>
        <p:spPr>
          <a:xfrm flipV="1">
            <a:off x="1257300" y="371475"/>
            <a:ext cx="0" cy="1133475"/>
          </a:xfrm>
          <a:prstGeom prst="line">
            <a:avLst/>
          </a:prstGeom>
          <a:ln w="317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C96644C-3F36-635F-36DF-AD931DB50FAE}"/>
              </a:ext>
            </a:extLst>
          </p:cNvPr>
          <p:cNvCxnSpPr>
            <a:cxnSpLocks/>
          </p:cNvCxnSpPr>
          <p:nvPr/>
        </p:nvCxnSpPr>
        <p:spPr>
          <a:xfrm>
            <a:off x="1257300" y="371475"/>
            <a:ext cx="609599" cy="0"/>
          </a:xfrm>
          <a:prstGeom prst="straightConnector1">
            <a:avLst/>
          </a:prstGeom>
          <a:ln w="317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80C7919-74FF-4AC2-84F4-008C7251878A}"/>
              </a:ext>
            </a:extLst>
          </p:cNvPr>
          <p:cNvSpPr txBox="1"/>
          <p:nvPr/>
        </p:nvSpPr>
        <p:spPr>
          <a:xfrm>
            <a:off x="1962150" y="161925"/>
            <a:ext cx="2800349" cy="369332"/>
          </a:xfrm>
          <a:prstGeom prst="rect">
            <a:avLst/>
          </a:prstGeom>
          <a:noFill/>
          <a:ln>
            <a:noFill/>
          </a:ln>
        </p:spPr>
        <p:txBody>
          <a:bodyPr wrap="square" rtlCol="0">
            <a:spAutoFit/>
          </a:bodyPr>
          <a:lstStyle/>
          <a:p>
            <a:r>
              <a:rPr lang="en-US">
                <a:solidFill>
                  <a:srgbClr val="7030A0"/>
                </a:solidFill>
              </a:rPr>
              <a:t>ser = </a:t>
            </a:r>
            <a:r>
              <a:rPr lang="en-US" err="1">
                <a:solidFill>
                  <a:srgbClr val="7030A0"/>
                </a:solidFill>
              </a:rPr>
              <a:t>pd.Series</a:t>
            </a:r>
            <a:r>
              <a:rPr lang="en-US">
                <a:solidFill>
                  <a:srgbClr val="7030A0"/>
                </a:solidFill>
              </a:rPr>
              <a:t>(</a:t>
            </a:r>
            <a:r>
              <a:rPr lang="en-US" err="1">
                <a:solidFill>
                  <a:srgbClr val="7030A0"/>
                </a:solidFill>
              </a:rPr>
              <a:t>df</a:t>
            </a:r>
            <a:r>
              <a:rPr lang="en-US">
                <a:solidFill>
                  <a:srgbClr val="7030A0"/>
                </a:solidFill>
              </a:rPr>
              <a:t>["year"])</a:t>
            </a:r>
          </a:p>
        </p:txBody>
      </p:sp>
      <p:cxnSp>
        <p:nvCxnSpPr>
          <p:cNvPr id="39" name="Straight Connector 38">
            <a:extLst>
              <a:ext uri="{FF2B5EF4-FFF2-40B4-BE49-F238E27FC236}">
                <a16:creationId xmlns:a16="http://schemas.microsoft.com/office/drawing/2014/main" id="{7B41ABDF-BE74-577F-97BD-D43566670F1E}"/>
              </a:ext>
            </a:extLst>
          </p:cNvPr>
          <p:cNvCxnSpPr>
            <a:cxnSpLocks/>
          </p:cNvCxnSpPr>
          <p:nvPr/>
        </p:nvCxnSpPr>
        <p:spPr>
          <a:xfrm flipV="1">
            <a:off x="2400300" y="857250"/>
            <a:ext cx="0" cy="647700"/>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26E3C0A-B915-ADBD-1D6D-59E912505204}"/>
              </a:ext>
            </a:extLst>
          </p:cNvPr>
          <p:cNvCxnSpPr>
            <a:cxnSpLocks/>
          </p:cNvCxnSpPr>
          <p:nvPr/>
        </p:nvCxnSpPr>
        <p:spPr>
          <a:xfrm>
            <a:off x="2400300" y="857250"/>
            <a:ext cx="609599" cy="0"/>
          </a:xfrm>
          <a:prstGeom prst="straightConnector1">
            <a:avLst/>
          </a:prstGeom>
          <a:ln w="317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36CDA52-A905-251E-8B7E-F1D15D7E6461}"/>
              </a:ext>
            </a:extLst>
          </p:cNvPr>
          <p:cNvSpPr txBox="1"/>
          <p:nvPr/>
        </p:nvSpPr>
        <p:spPr>
          <a:xfrm>
            <a:off x="3009899" y="672584"/>
            <a:ext cx="2800349" cy="369332"/>
          </a:xfrm>
          <a:prstGeom prst="rect">
            <a:avLst/>
          </a:prstGeom>
          <a:noFill/>
        </p:spPr>
        <p:txBody>
          <a:bodyPr wrap="square" rtlCol="0">
            <a:spAutoFit/>
          </a:bodyPr>
          <a:lstStyle/>
          <a:p>
            <a:r>
              <a:rPr lang="en-US">
                <a:solidFill>
                  <a:srgbClr val="FFC000"/>
                </a:solidFill>
              </a:rPr>
              <a:t>ser = </a:t>
            </a:r>
            <a:r>
              <a:rPr lang="en-US" err="1">
                <a:solidFill>
                  <a:srgbClr val="FFC000"/>
                </a:solidFill>
              </a:rPr>
              <a:t>pd.Series</a:t>
            </a:r>
            <a:r>
              <a:rPr lang="en-US">
                <a:solidFill>
                  <a:srgbClr val="FFC000"/>
                </a:solidFill>
              </a:rPr>
              <a:t>(</a:t>
            </a:r>
            <a:r>
              <a:rPr lang="en-US" err="1">
                <a:solidFill>
                  <a:srgbClr val="FFC000"/>
                </a:solidFill>
              </a:rPr>
              <a:t>df</a:t>
            </a:r>
            <a:r>
              <a:rPr lang="en-US">
                <a:solidFill>
                  <a:srgbClr val="FFC000"/>
                </a:solidFill>
              </a:rPr>
              <a:t>["title"])</a:t>
            </a:r>
          </a:p>
        </p:txBody>
      </p:sp>
      <p:cxnSp>
        <p:nvCxnSpPr>
          <p:cNvPr id="44" name="Straight Connector 43">
            <a:extLst>
              <a:ext uri="{FF2B5EF4-FFF2-40B4-BE49-F238E27FC236}">
                <a16:creationId xmlns:a16="http://schemas.microsoft.com/office/drawing/2014/main" id="{53412FC2-813E-32F7-3BE3-858C339370DD}"/>
              </a:ext>
            </a:extLst>
          </p:cNvPr>
          <p:cNvCxnSpPr>
            <a:cxnSpLocks/>
          </p:cNvCxnSpPr>
          <p:nvPr/>
        </p:nvCxnSpPr>
        <p:spPr>
          <a:xfrm>
            <a:off x="209550" y="3324225"/>
            <a:ext cx="0" cy="1943100"/>
          </a:xfrm>
          <a:prstGeom prst="line">
            <a:avLst/>
          </a:prstGeom>
          <a:ln w="317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EF4A108-AA53-E959-E542-8A700872BEC5}"/>
              </a:ext>
            </a:extLst>
          </p:cNvPr>
          <p:cNvCxnSpPr>
            <a:cxnSpLocks/>
          </p:cNvCxnSpPr>
          <p:nvPr/>
        </p:nvCxnSpPr>
        <p:spPr>
          <a:xfrm>
            <a:off x="209550" y="3324225"/>
            <a:ext cx="187326" cy="0"/>
          </a:xfrm>
          <a:prstGeom prst="straightConnector1">
            <a:avLst/>
          </a:prstGeom>
          <a:ln w="317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4BBF1DBB-04B9-9E8C-15D0-A5267FC793E8}"/>
              </a:ext>
            </a:extLst>
          </p:cNvPr>
          <p:cNvSpPr txBox="1"/>
          <p:nvPr/>
        </p:nvSpPr>
        <p:spPr>
          <a:xfrm>
            <a:off x="303213" y="5071218"/>
            <a:ext cx="2800349" cy="646331"/>
          </a:xfrm>
          <a:prstGeom prst="rect">
            <a:avLst/>
          </a:prstGeom>
          <a:noFill/>
          <a:ln>
            <a:noFill/>
          </a:ln>
        </p:spPr>
        <p:txBody>
          <a:bodyPr wrap="square" rtlCol="0">
            <a:spAutoFit/>
          </a:bodyPr>
          <a:lstStyle/>
          <a:p>
            <a:r>
              <a:rPr lang="en-US">
                <a:solidFill>
                  <a:srgbClr val="00B050"/>
                </a:solidFill>
              </a:rPr>
              <a:t>Row</a:t>
            </a:r>
          </a:p>
          <a:p>
            <a:r>
              <a:rPr lang="en-US">
                <a:solidFill>
                  <a:srgbClr val="00B050"/>
                </a:solidFill>
              </a:rPr>
              <a:t>index = 4</a:t>
            </a:r>
          </a:p>
        </p:txBody>
      </p:sp>
    </p:spTree>
    <p:extLst>
      <p:ext uri="{BB962C8B-B14F-4D97-AF65-F5344CB8AC3E}">
        <p14:creationId xmlns:p14="http://schemas.microsoft.com/office/powerpoint/2010/main" val="18514584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8BC7F6-47F3-B4CF-6AF7-342FEFABCC41}"/>
              </a:ext>
            </a:extLst>
          </p:cNvPr>
          <p:cNvSpPr>
            <a:spLocks noGrp="1"/>
          </p:cNvSpPr>
          <p:nvPr>
            <p:ph type="sldNum" sz="quarter" idx="12"/>
          </p:nvPr>
        </p:nvSpPr>
        <p:spPr/>
        <p:txBody>
          <a:bodyPr/>
          <a:lstStyle/>
          <a:p>
            <a:fld id="{DFA4CD3D-26C8-47FF-8D13-9B32BAAB4735}" type="slidenum">
              <a:rPr lang="en-US" smtClean="0"/>
              <a:t>106</a:t>
            </a:fld>
            <a:endParaRPr lang="en-US"/>
          </a:p>
        </p:txBody>
      </p:sp>
      <p:sp>
        <p:nvSpPr>
          <p:cNvPr id="3" name="Title 2">
            <a:extLst>
              <a:ext uri="{FF2B5EF4-FFF2-40B4-BE49-F238E27FC236}">
                <a16:creationId xmlns:a16="http://schemas.microsoft.com/office/drawing/2014/main" id="{038F7C8D-39A9-962F-BA43-166BC16F8351}"/>
              </a:ext>
            </a:extLst>
          </p:cNvPr>
          <p:cNvSpPr>
            <a:spLocks noGrp="1"/>
          </p:cNvSpPr>
          <p:nvPr>
            <p:ph type="title"/>
          </p:nvPr>
        </p:nvSpPr>
        <p:spPr>
          <a:xfrm>
            <a:off x="1588982" y="1088572"/>
            <a:ext cx="4507018" cy="749753"/>
          </a:xfrm>
        </p:spPr>
        <p:txBody>
          <a:bodyPr/>
          <a:lstStyle/>
          <a:p>
            <a:r>
              <a:rPr lang="en-US"/>
              <a:t>PROJECT</a:t>
            </a:r>
          </a:p>
        </p:txBody>
      </p:sp>
      <p:sp>
        <p:nvSpPr>
          <p:cNvPr id="5" name="Content Placeholder 4">
            <a:extLst>
              <a:ext uri="{FF2B5EF4-FFF2-40B4-BE49-F238E27FC236}">
                <a16:creationId xmlns:a16="http://schemas.microsoft.com/office/drawing/2014/main" id="{1EE36272-F2B6-7DAF-B860-E3B8E9A69B73}"/>
              </a:ext>
            </a:extLst>
          </p:cNvPr>
          <p:cNvSpPr>
            <a:spLocks noGrp="1"/>
          </p:cNvSpPr>
          <p:nvPr>
            <p:ph sz="half" idx="2"/>
          </p:nvPr>
        </p:nvSpPr>
        <p:spPr>
          <a:xfrm>
            <a:off x="1588982" y="1905000"/>
            <a:ext cx="4507018" cy="4210050"/>
          </a:xfrm>
        </p:spPr>
        <p:txBody>
          <a:bodyPr>
            <a:normAutofit fontScale="92500" lnSpcReduction="10000"/>
          </a:bodyPr>
          <a:lstStyle/>
          <a:p>
            <a:pPr>
              <a:lnSpc>
                <a:spcPct val="110000"/>
              </a:lnSpc>
            </a:pPr>
            <a:r>
              <a:rPr lang="en-US"/>
              <a:t>When learning Python, it's incredibly helpful to work with </a:t>
            </a:r>
            <a:r>
              <a:rPr lang="en-US" b="1"/>
              <a:t>data that matters to you</a:t>
            </a:r>
            <a:r>
              <a:rPr lang="en-US"/>
              <a:t>. To explore creating effective plain-language AI prompts to generate, explain, and refine Python code we will extract the </a:t>
            </a:r>
            <a:r>
              <a:rPr lang="en-US" b="1"/>
              <a:t>Performers</a:t>
            </a:r>
            <a:r>
              <a:rPr lang="en-US"/>
              <a:t> table found on the </a:t>
            </a:r>
            <a:r>
              <a:rPr lang="en-US" b="1">
                <a:hlinkClick r:id="rId2"/>
              </a:rPr>
              <a:t>List of Rock and Roll Hall of Fame inductees </a:t>
            </a:r>
            <a:r>
              <a:rPr lang="en-US"/>
              <a:t>webpage in Wikipedia. We will then assemble discographies for 2-3 of our favorite artists.</a:t>
            </a:r>
          </a:p>
        </p:txBody>
      </p:sp>
      <p:pic>
        <p:nvPicPr>
          <p:cNvPr id="10" name="Picture Placeholder 9">
            <a:extLst>
              <a:ext uri="{FF2B5EF4-FFF2-40B4-BE49-F238E27FC236}">
                <a16:creationId xmlns:a16="http://schemas.microsoft.com/office/drawing/2014/main" id="{64A36E86-4618-D88B-F338-A805F47867AC}"/>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24299" r="24299"/>
          <a:stretch>
            <a:fillRect/>
          </a:stretch>
        </p:blipFill>
        <p:spPr>
          <a:prstGeom prst="rect">
            <a:avLst/>
          </a:prstGeom>
        </p:spPr>
      </p:pic>
    </p:spTree>
    <p:extLst>
      <p:ext uri="{BB962C8B-B14F-4D97-AF65-F5344CB8AC3E}">
        <p14:creationId xmlns:p14="http://schemas.microsoft.com/office/powerpoint/2010/main" val="34558296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1C7B05-EB6F-0AA2-9C8C-55940B566AED}"/>
              </a:ext>
            </a:extLst>
          </p:cNvPr>
          <p:cNvSpPr>
            <a:spLocks noGrp="1"/>
          </p:cNvSpPr>
          <p:nvPr>
            <p:ph type="sldNum" sz="quarter" idx="12"/>
          </p:nvPr>
        </p:nvSpPr>
        <p:spPr/>
        <p:txBody>
          <a:bodyPr/>
          <a:lstStyle/>
          <a:p>
            <a:fld id="{DFA4CD3D-26C8-47FF-8D13-9B32BAAB4735}" type="slidenum">
              <a:rPr lang="en-US" smtClean="0"/>
              <a:t>107</a:t>
            </a:fld>
            <a:endParaRPr lang="en-US"/>
          </a:p>
        </p:txBody>
      </p:sp>
      <p:graphicFrame>
        <p:nvGraphicFramePr>
          <p:cNvPr id="4" name="Diagram 3">
            <a:extLst>
              <a:ext uri="{FF2B5EF4-FFF2-40B4-BE49-F238E27FC236}">
                <a16:creationId xmlns:a16="http://schemas.microsoft.com/office/drawing/2014/main" id="{1424654F-5136-D494-7B44-B03208AC7538}"/>
              </a:ext>
            </a:extLst>
          </p:cNvPr>
          <p:cNvGraphicFramePr/>
          <p:nvPr>
            <p:extLst>
              <p:ext uri="{D42A27DB-BD31-4B8C-83A1-F6EECF244321}">
                <p14:modId xmlns:p14="http://schemas.microsoft.com/office/powerpoint/2010/main" val="159003056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E4B1855E-04EB-92B1-D921-3D54B303A3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83511" y="2508192"/>
            <a:ext cx="558927" cy="508116"/>
          </a:xfrm>
          <a:prstGeom prst="rect">
            <a:avLst/>
          </a:prstGeom>
        </p:spPr>
      </p:pic>
      <p:sp>
        <p:nvSpPr>
          <p:cNvPr id="7" name="Rectangle 6">
            <a:extLst>
              <a:ext uri="{FF2B5EF4-FFF2-40B4-BE49-F238E27FC236}">
                <a16:creationId xmlns:a16="http://schemas.microsoft.com/office/drawing/2014/main" id="{60E9530F-0BE0-9126-B224-885C5C8ABE07}"/>
              </a:ext>
            </a:extLst>
          </p:cNvPr>
          <p:cNvSpPr/>
          <p:nvPr/>
        </p:nvSpPr>
        <p:spPr>
          <a:xfrm>
            <a:off x="1676401" y="523875"/>
            <a:ext cx="2830286" cy="1028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Define desired output or outcome</a:t>
            </a:r>
          </a:p>
        </p:txBody>
      </p:sp>
      <p:grpSp>
        <p:nvGrpSpPr>
          <p:cNvPr id="8" name="Group 7">
            <a:extLst>
              <a:ext uri="{FF2B5EF4-FFF2-40B4-BE49-F238E27FC236}">
                <a16:creationId xmlns:a16="http://schemas.microsoft.com/office/drawing/2014/main" id="{3B748AD9-2182-2119-D282-E3FF8A366C03}"/>
              </a:ext>
            </a:extLst>
          </p:cNvPr>
          <p:cNvGrpSpPr/>
          <p:nvPr/>
        </p:nvGrpSpPr>
        <p:grpSpPr>
          <a:xfrm rot="3848343">
            <a:off x="4722761" y="745554"/>
            <a:ext cx="460478" cy="585341"/>
            <a:chOff x="2904186" y="1505518"/>
            <a:chExt cx="460478" cy="585341"/>
          </a:xfrm>
        </p:grpSpPr>
        <p:sp>
          <p:nvSpPr>
            <p:cNvPr id="9" name="Arrow: Right 8">
              <a:extLst>
                <a:ext uri="{FF2B5EF4-FFF2-40B4-BE49-F238E27FC236}">
                  <a16:creationId xmlns:a16="http://schemas.microsoft.com/office/drawing/2014/main" id="{263DE9F3-9F78-9813-BCAF-3C6335DF0E85}"/>
                </a:ext>
              </a:extLst>
            </p:cNvPr>
            <p:cNvSpPr/>
            <p:nvPr/>
          </p:nvSpPr>
          <p:spPr>
            <a:xfrm rot="18900000">
              <a:off x="2904186" y="1505518"/>
              <a:ext cx="460478" cy="585341"/>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0" name="Arrow: Right 4">
              <a:extLst>
                <a:ext uri="{FF2B5EF4-FFF2-40B4-BE49-F238E27FC236}">
                  <a16:creationId xmlns:a16="http://schemas.microsoft.com/office/drawing/2014/main" id="{0BCBA4DA-C7AF-E9BE-8207-12F8205C6BEB}"/>
                </a:ext>
              </a:extLst>
            </p:cNvPr>
            <p:cNvSpPr txBox="1"/>
            <p:nvPr/>
          </p:nvSpPr>
          <p:spPr>
            <a:xfrm rot="18900000">
              <a:off x="2924417" y="1671427"/>
              <a:ext cx="322335" cy="351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p:txBody>
        </p:sp>
      </p:grpSp>
    </p:spTree>
    <p:extLst>
      <p:ext uri="{BB962C8B-B14F-4D97-AF65-F5344CB8AC3E}">
        <p14:creationId xmlns:p14="http://schemas.microsoft.com/office/powerpoint/2010/main" val="17881386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110F1F-42CE-E484-17C2-B96483401EC0}"/>
              </a:ext>
            </a:extLst>
          </p:cNvPr>
          <p:cNvSpPr>
            <a:spLocks noGrp="1"/>
          </p:cNvSpPr>
          <p:nvPr>
            <p:ph type="sldNum" sz="quarter" idx="12"/>
          </p:nvPr>
        </p:nvSpPr>
        <p:spPr>
          <a:xfrm>
            <a:off x="11321561" y="6400051"/>
            <a:ext cx="497378" cy="365125"/>
          </a:xfrm>
        </p:spPr>
        <p:txBody>
          <a:bodyPr/>
          <a:lstStyle/>
          <a:p>
            <a:fld id="{DFA4CD3D-26C8-47FF-8D13-9B32BAAB4735}" type="slidenum">
              <a:rPr lang="en-US" smtClean="0"/>
              <a:t>108</a:t>
            </a:fld>
            <a:endParaRPr lang="en-US"/>
          </a:p>
        </p:txBody>
      </p:sp>
      <p:sp>
        <p:nvSpPr>
          <p:cNvPr id="3" name="Title 2">
            <a:extLst>
              <a:ext uri="{FF2B5EF4-FFF2-40B4-BE49-F238E27FC236}">
                <a16:creationId xmlns:a16="http://schemas.microsoft.com/office/drawing/2014/main" id="{2E69B197-B47B-59E4-01F6-9FB9DDA23EE8}"/>
              </a:ext>
            </a:extLst>
          </p:cNvPr>
          <p:cNvSpPr>
            <a:spLocks noGrp="1"/>
          </p:cNvSpPr>
          <p:nvPr>
            <p:ph type="title"/>
          </p:nvPr>
        </p:nvSpPr>
        <p:spPr>
          <a:xfrm>
            <a:off x="420686" y="549073"/>
            <a:ext cx="11398253" cy="1018034"/>
          </a:xfrm>
          <a:solidFill>
            <a:schemeClr val="bg1">
              <a:lumMod val="95000"/>
            </a:schemeClr>
          </a:solidFill>
        </p:spPr>
        <p:txBody>
          <a:bodyPr anchor="ctr" anchorCtr="0">
            <a:normAutofit fontScale="90000"/>
          </a:bodyPr>
          <a:lstStyle/>
          <a:p>
            <a:r>
              <a:rPr lang="en-US">
                <a:solidFill>
                  <a:schemeClr val="tx1"/>
                </a:solidFill>
                <a:latin typeface="+mn-lt"/>
              </a:rPr>
              <a:t>	Tip: Let Copilot Help You Write Better Prompts</a:t>
            </a:r>
          </a:p>
        </p:txBody>
      </p:sp>
      <p:sp>
        <p:nvSpPr>
          <p:cNvPr id="5" name="Content Placeholder 4">
            <a:extLst>
              <a:ext uri="{FF2B5EF4-FFF2-40B4-BE49-F238E27FC236}">
                <a16:creationId xmlns:a16="http://schemas.microsoft.com/office/drawing/2014/main" id="{AAF5AB50-EADD-0C5F-70CF-E4726B683B2F}"/>
              </a:ext>
            </a:extLst>
          </p:cNvPr>
          <p:cNvSpPr>
            <a:spLocks noGrp="1"/>
          </p:cNvSpPr>
          <p:nvPr>
            <p:ph idx="1"/>
          </p:nvPr>
        </p:nvSpPr>
        <p:spPr>
          <a:xfrm>
            <a:off x="420685" y="1709982"/>
            <a:ext cx="11398254" cy="4424118"/>
          </a:xfrm>
        </p:spPr>
        <p:txBody>
          <a:bodyPr>
            <a:normAutofit lnSpcReduction="10000"/>
          </a:bodyPr>
          <a:lstStyle/>
          <a:p>
            <a:pPr>
              <a:lnSpc>
                <a:spcPct val="100000"/>
              </a:lnSpc>
              <a:spcAft>
                <a:spcPts val="1200"/>
              </a:spcAft>
            </a:pPr>
            <a:r>
              <a:rPr lang="en-US"/>
              <a:t>Start by describing what you want to build in simple, plain language. Then ask Copilot to clarify your idea by asking follow-up questions. This helps refine your thinking and ensures nothing important is missing.</a:t>
            </a:r>
          </a:p>
          <a:p>
            <a:pPr>
              <a:lnSpc>
                <a:spcPct val="100000"/>
              </a:lnSpc>
              <a:spcAft>
                <a:spcPts val="1200"/>
              </a:spcAft>
            </a:pPr>
            <a:r>
              <a:rPr lang="en-US"/>
              <a:t>Once your goal is clear, ask Copilot to help you write a </a:t>
            </a:r>
            <a:r>
              <a:rPr lang="en-US" i="1"/>
              <a:t>system prompt</a:t>
            </a:r>
            <a:r>
              <a:rPr lang="en-US"/>
              <a:t> that will guide it in choosing the most appropriate Python tools, libraries, and approaches for your project. </a:t>
            </a:r>
          </a:p>
          <a:p>
            <a:pPr>
              <a:lnSpc>
                <a:spcPct val="100000"/>
              </a:lnSpc>
              <a:spcAft>
                <a:spcPts val="1200"/>
              </a:spcAft>
            </a:pPr>
            <a:r>
              <a:rPr lang="en-US" b="1"/>
              <a:t>Example:</a:t>
            </a:r>
          </a:p>
          <a:p>
            <a:pPr>
              <a:lnSpc>
                <a:spcPct val="100000"/>
              </a:lnSpc>
              <a:spcAft>
                <a:spcPts val="1200"/>
              </a:spcAft>
            </a:pPr>
            <a:r>
              <a:rPr lang="en-US"/>
              <a:t>"I want to build a [describe your project]. Ask me any questions you need to better understand my goal, then help me create a system prompt that will guide you in selecting the right Python tools and libraries."</a:t>
            </a:r>
          </a:p>
        </p:txBody>
      </p:sp>
      <p:pic>
        <p:nvPicPr>
          <p:cNvPr id="8" name="Picture 7">
            <a:extLst>
              <a:ext uri="{FF2B5EF4-FFF2-40B4-BE49-F238E27FC236}">
                <a16:creationId xmlns:a16="http://schemas.microsoft.com/office/drawing/2014/main" id="{0970AA34-89D0-1177-182B-B72CD3492E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536" y="549073"/>
            <a:ext cx="1018034" cy="1018034"/>
          </a:xfrm>
          <a:prstGeom prst="rect">
            <a:avLst/>
          </a:prstGeom>
        </p:spPr>
      </p:pic>
      <p:sp>
        <p:nvSpPr>
          <p:cNvPr id="10" name="Flowchart: Alternate Process 9">
            <a:extLst>
              <a:ext uri="{FF2B5EF4-FFF2-40B4-BE49-F238E27FC236}">
                <a16:creationId xmlns:a16="http://schemas.microsoft.com/office/drawing/2014/main" id="{54674AE3-AECF-06E3-E7C6-55418800D8B6}"/>
              </a:ext>
            </a:extLst>
          </p:cNvPr>
          <p:cNvSpPr/>
          <p:nvPr/>
        </p:nvSpPr>
        <p:spPr>
          <a:xfrm>
            <a:off x="142875" y="92824"/>
            <a:ext cx="11891962" cy="6041276"/>
          </a:xfrm>
          <a:prstGeom prst="flowChartAlternateProcess">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endParaRPr lang="en-US" sz="2400">
              <a:solidFill>
                <a:schemeClr val="tx1"/>
              </a:solidFill>
              <a:cs typeface="Courier New" panose="02070309020205020404" pitchFamily="49" charset="0"/>
            </a:endParaRPr>
          </a:p>
          <a:p>
            <a:pPr marL="457200" indent="-457200"/>
            <a:endParaRPr lang="en-US">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098505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906568-970F-DA1C-EC01-E2C71B1DDA7D}"/>
              </a:ext>
            </a:extLst>
          </p:cNvPr>
          <p:cNvSpPr>
            <a:spLocks noGrp="1"/>
          </p:cNvSpPr>
          <p:nvPr>
            <p:ph type="sldNum" sz="quarter" idx="12"/>
          </p:nvPr>
        </p:nvSpPr>
        <p:spPr/>
        <p:txBody>
          <a:bodyPr/>
          <a:lstStyle/>
          <a:p>
            <a:fld id="{DFA4CD3D-26C8-47FF-8D13-9B32BAAB4735}" type="slidenum">
              <a:rPr lang="en-US" smtClean="0"/>
              <a:t>109</a:t>
            </a:fld>
            <a:endParaRPr lang="en-US"/>
          </a:p>
        </p:txBody>
      </p:sp>
      <p:sp>
        <p:nvSpPr>
          <p:cNvPr id="7" name="Title 6">
            <a:extLst>
              <a:ext uri="{FF2B5EF4-FFF2-40B4-BE49-F238E27FC236}">
                <a16:creationId xmlns:a16="http://schemas.microsoft.com/office/drawing/2014/main" id="{9571087A-FF69-A5DA-E8D8-F2C8746E8E96}"/>
              </a:ext>
            </a:extLst>
          </p:cNvPr>
          <p:cNvSpPr>
            <a:spLocks noGrp="1"/>
          </p:cNvSpPr>
          <p:nvPr>
            <p:ph type="title"/>
          </p:nvPr>
        </p:nvSpPr>
        <p:spPr/>
        <p:txBody>
          <a:bodyPr/>
          <a:lstStyle/>
          <a:p>
            <a:r>
              <a:rPr lang="en-US"/>
              <a:t>Copyright | Terms of Use</a:t>
            </a:r>
          </a:p>
        </p:txBody>
      </p:sp>
      <p:sp>
        <p:nvSpPr>
          <p:cNvPr id="20" name="Content Placeholder 19">
            <a:extLst>
              <a:ext uri="{FF2B5EF4-FFF2-40B4-BE49-F238E27FC236}">
                <a16:creationId xmlns:a16="http://schemas.microsoft.com/office/drawing/2014/main" id="{B519C622-1C0A-C417-B2CE-2D371742F8DB}"/>
              </a:ext>
            </a:extLst>
          </p:cNvPr>
          <p:cNvSpPr>
            <a:spLocks noGrp="1"/>
          </p:cNvSpPr>
          <p:nvPr>
            <p:ph idx="1"/>
          </p:nvPr>
        </p:nvSpPr>
        <p:spPr>
          <a:xfrm>
            <a:off x="396873" y="1737809"/>
            <a:ext cx="11398254" cy="3291392"/>
          </a:xfrm>
        </p:spPr>
        <p:txBody>
          <a:bodyPr>
            <a:normAutofit/>
          </a:bodyPr>
          <a:lstStyle/>
          <a:p>
            <a:pPr>
              <a:lnSpc>
                <a:spcPct val="100000"/>
              </a:lnSpc>
              <a:spcAft>
                <a:spcPts val="600"/>
              </a:spcAft>
            </a:pPr>
            <a:r>
              <a:rPr lang="en-US"/>
              <a:t>Before starting any web scraping or API project, you must</a:t>
            </a:r>
          </a:p>
          <a:p>
            <a:r>
              <a:rPr lang="en-US" b="1"/>
              <a:t>Review and understand the terms of use.</a:t>
            </a:r>
          </a:p>
          <a:p>
            <a:pPr marL="342900" indent="-342900">
              <a:buFont typeface="Wingdings" panose="05000000000000000000" pitchFamily="2" charset="2"/>
              <a:buChar char="q"/>
            </a:pPr>
            <a:r>
              <a:rPr lang="en-US"/>
              <a:t>Do the terms of service include any restrictions or guidelines?</a:t>
            </a:r>
          </a:p>
          <a:p>
            <a:pPr marL="342900" indent="-342900">
              <a:buFont typeface="Wingdings" panose="05000000000000000000" pitchFamily="2" charset="2"/>
              <a:buChar char="q"/>
            </a:pPr>
            <a:r>
              <a:rPr lang="en-US"/>
              <a:t>Are permissions/licenses needed to scrape data?</a:t>
            </a:r>
          </a:p>
          <a:p>
            <a:pPr marL="342900" indent="-342900">
              <a:buFont typeface="Wingdings" panose="05000000000000000000" pitchFamily="2" charset="2"/>
              <a:buChar char="q"/>
            </a:pPr>
            <a:r>
              <a:rPr lang="en-US"/>
              <a:t>Is the information publicly available?</a:t>
            </a:r>
          </a:p>
          <a:p>
            <a:pPr marL="342900" indent="-342900">
              <a:buFont typeface="Wingdings" panose="05000000000000000000" pitchFamily="2" charset="2"/>
              <a:buChar char="q"/>
            </a:pPr>
            <a:r>
              <a:rPr lang="en-US"/>
              <a:t>If a database, is the database protected by copyright? Or in the public domain?</a:t>
            </a:r>
          </a:p>
        </p:txBody>
      </p:sp>
    </p:spTree>
    <p:extLst>
      <p:ext uri="{BB962C8B-B14F-4D97-AF65-F5344CB8AC3E}">
        <p14:creationId xmlns:p14="http://schemas.microsoft.com/office/powerpoint/2010/main" val="96032202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141EF-7130-6976-0AAE-6E2ADAE192D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331053-3BD2-0F7B-0E1F-E8A513FFF0F2}"/>
              </a:ext>
            </a:extLst>
          </p:cNvPr>
          <p:cNvSpPr>
            <a:spLocks noGrp="1"/>
          </p:cNvSpPr>
          <p:nvPr>
            <p:ph type="sldNum" sz="quarter" idx="12"/>
          </p:nvPr>
        </p:nvSpPr>
        <p:spPr/>
        <p:txBody>
          <a:bodyPr/>
          <a:lstStyle/>
          <a:p>
            <a:fld id="{DFA4CD3D-26C8-47FF-8D13-9B32BAAB4735}" type="slidenum">
              <a:rPr lang="en-US" smtClean="0"/>
              <a:t>110</a:t>
            </a:fld>
            <a:endParaRPr lang="en-US"/>
          </a:p>
        </p:txBody>
      </p:sp>
      <p:sp>
        <p:nvSpPr>
          <p:cNvPr id="20" name="Content Placeholder 19">
            <a:extLst>
              <a:ext uri="{FF2B5EF4-FFF2-40B4-BE49-F238E27FC236}">
                <a16:creationId xmlns:a16="http://schemas.microsoft.com/office/drawing/2014/main" id="{82799FAA-FECF-9032-8C98-79B0AB26CDF0}"/>
              </a:ext>
            </a:extLst>
          </p:cNvPr>
          <p:cNvSpPr>
            <a:spLocks noGrp="1"/>
          </p:cNvSpPr>
          <p:nvPr>
            <p:ph idx="1"/>
          </p:nvPr>
        </p:nvSpPr>
        <p:spPr>
          <a:xfrm>
            <a:off x="396873" y="547183"/>
            <a:ext cx="11398254" cy="3729541"/>
          </a:xfrm>
        </p:spPr>
        <p:txBody>
          <a:bodyPr>
            <a:normAutofit/>
          </a:bodyPr>
          <a:lstStyle/>
          <a:p>
            <a:r>
              <a:rPr lang="en-US" b="1"/>
              <a:t>Check for robots.txt directives</a:t>
            </a:r>
            <a:endParaRPr lang="en-US"/>
          </a:p>
          <a:p>
            <a:r>
              <a:rPr lang="en-US" b="1">
                <a:solidFill>
                  <a:srgbClr val="7030A0"/>
                </a:solidFill>
              </a:rPr>
              <a:t>robots.txt</a:t>
            </a:r>
            <a:r>
              <a:rPr lang="en-US">
                <a:solidFill>
                  <a:srgbClr val="7030A0"/>
                </a:solidFill>
              </a:rPr>
              <a:t> </a:t>
            </a:r>
            <a:r>
              <a:rPr lang="en-US"/>
              <a:t>directives limit web scraping or web crawling. Look for this file in the root directory of the website by adding </a:t>
            </a:r>
            <a:r>
              <a:rPr lang="en-US" b="1">
                <a:solidFill>
                  <a:srgbClr val="7030A0"/>
                </a:solidFill>
              </a:rPr>
              <a:t>/robots.txt </a:t>
            </a:r>
            <a:r>
              <a:rPr lang="en-US"/>
              <a:t>to the end of the </a:t>
            </a:r>
            <a:r>
              <a:rPr lang="en-US" err="1"/>
              <a:t>url</a:t>
            </a:r>
            <a:r>
              <a:rPr lang="en-US"/>
              <a:t>. Respect these directives.</a:t>
            </a:r>
          </a:p>
          <a:p>
            <a:endParaRPr lang="en-US" b="1"/>
          </a:p>
          <a:p>
            <a:r>
              <a:rPr lang="en-US"/>
              <a:t>See Wikipedia </a:t>
            </a:r>
            <a:r>
              <a:rPr lang="en-US">
                <a:hlinkClick r:id="rId2"/>
              </a:rPr>
              <a:t>Creative Commons Attribution-</a:t>
            </a:r>
            <a:r>
              <a:rPr lang="en-US" err="1">
                <a:hlinkClick r:id="rId2"/>
              </a:rPr>
              <a:t>ShareAlike</a:t>
            </a:r>
            <a:r>
              <a:rPr lang="en-US">
                <a:hlinkClick r:id="rId2"/>
              </a:rPr>
              <a:t> 4.0 License</a:t>
            </a:r>
            <a:endParaRPr lang="en-US"/>
          </a:p>
        </p:txBody>
      </p:sp>
    </p:spTree>
    <p:extLst>
      <p:ext uri="{BB962C8B-B14F-4D97-AF65-F5344CB8AC3E}">
        <p14:creationId xmlns:p14="http://schemas.microsoft.com/office/powerpoint/2010/main" val="130835285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AAE6D-3090-B558-0E59-E92E126498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4F6E2F-41AB-0870-8D3C-1239A59E5989}"/>
              </a:ext>
            </a:extLst>
          </p:cNvPr>
          <p:cNvSpPr>
            <a:spLocks noGrp="1"/>
          </p:cNvSpPr>
          <p:nvPr>
            <p:ph type="sldNum" sz="quarter" idx="12"/>
          </p:nvPr>
        </p:nvSpPr>
        <p:spPr/>
        <p:txBody>
          <a:bodyPr/>
          <a:lstStyle/>
          <a:p>
            <a:fld id="{DFA4CD3D-26C8-47FF-8D13-9B32BAAB4735}" type="slidenum">
              <a:rPr lang="en-US" smtClean="0"/>
              <a:t>111</a:t>
            </a:fld>
            <a:endParaRPr lang="en-US"/>
          </a:p>
        </p:txBody>
      </p:sp>
      <p:sp>
        <p:nvSpPr>
          <p:cNvPr id="8" name="Flowchart: Alternate Process 7">
            <a:extLst>
              <a:ext uri="{FF2B5EF4-FFF2-40B4-BE49-F238E27FC236}">
                <a16:creationId xmlns:a16="http://schemas.microsoft.com/office/drawing/2014/main" id="{ED9734A3-8190-0182-DF3F-7D78D8CE2F3F}"/>
              </a:ext>
            </a:extLst>
          </p:cNvPr>
          <p:cNvSpPr/>
          <p:nvPr/>
        </p:nvSpPr>
        <p:spPr>
          <a:xfrm>
            <a:off x="396873" y="3133724"/>
            <a:ext cx="11053482" cy="3038475"/>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import requests</a:t>
            </a:r>
          </a:p>
          <a:p>
            <a:pPr marL="457200" indent="-457200"/>
            <a:r>
              <a:rPr lang="en-US">
                <a:solidFill>
                  <a:schemeClr val="tx1"/>
                </a:solidFill>
                <a:latin typeface="Courier New" panose="02070309020205020404" pitchFamily="49" charset="0"/>
                <a:cs typeface="Courier New" panose="02070309020205020404" pitchFamily="49" charset="0"/>
              </a:rPr>
              <a:t>import pandas as pd</a:t>
            </a:r>
          </a:p>
          <a:p>
            <a:pPr marL="457200" indent="-457200"/>
            <a:r>
              <a:rPr lang="en-US">
                <a:solidFill>
                  <a:schemeClr val="tx1"/>
                </a:solidFill>
                <a:latin typeface="Courier New" panose="02070309020205020404" pitchFamily="49" charset="0"/>
                <a:cs typeface="Courier New" panose="02070309020205020404" pitchFamily="49" charset="0"/>
              </a:rPr>
              <a:t>from io import String IO # Recommended to avoid </a:t>
            </a:r>
            <a:r>
              <a:rPr lang="en-US" err="1">
                <a:solidFill>
                  <a:schemeClr val="tx1"/>
                </a:solidFill>
                <a:latin typeface="Courier New" panose="02070309020205020404" pitchFamily="49" charset="0"/>
                <a:cs typeface="Courier New" panose="02070309020205020404" pitchFamily="49" charset="0"/>
              </a:rPr>
              <a:t>FutureWarning</a:t>
            </a:r>
            <a:r>
              <a:rPr lang="en-US">
                <a:solidFill>
                  <a:schemeClr val="tx1"/>
                </a:solidFill>
                <a:latin typeface="Courier New" panose="02070309020205020404" pitchFamily="49" charset="0"/>
                <a:cs typeface="Courier New" panose="02070309020205020404" pitchFamily="49" charset="0"/>
              </a:rPr>
              <a:t>.</a:t>
            </a: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err="1">
                <a:solidFill>
                  <a:schemeClr val="tx1"/>
                </a:solidFill>
                <a:latin typeface="Courier New" panose="02070309020205020404" pitchFamily="49" charset="0"/>
                <a:cs typeface="Courier New" panose="02070309020205020404" pitchFamily="49" charset="0"/>
              </a:rPr>
              <a:t>url</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https://en.wikipedia.org/wiki/</a:t>
            </a:r>
            <a:r>
              <a:rPr lang="en-US" err="1">
                <a:solidFill>
                  <a:srgbClr val="00B050"/>
                </a:solidFill>
                <a:latin typeface="Courier New" panose="02070309020205020404" pitchFamily="49" charset="0"/>
                <a:cs typeface="Courier New" panose="02070309020205020404" pitchFamily="49" charset="0"/>
              </a:rPr>
              <a:t>List_of_states_and_territories_of_the_United_States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headers = {'</a:t>
            </a:r>
            <a:r>
              <a:rPr lang="en-US" err="1">
                <a:solidFill>
                  <a:srgbClr val="00B050"/>
                </a:solidFill>
                <a:latin typeface="Courier New" panose="02070309020205020404" pitchFamily="49" charset="0"/>
                <a:cs typeface="Courier New" panose="02070309020205020404" pitchFamily="49" charset="0"/>
              </a:rPr>
              <a:t>User-Agent</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'Mozilla</a:t>
            </a:r>
            <a:r>
              <a:rPr lang="en-US">
                <a:solidFill>
                  <a:srgbClr val="00B050"/>
                </a:solidFill>
                <a:latin typeface="Courier New" panose="02070309020205020404" pitchFamily="49" charset="0"/>
                <a:cs typeface="Courier New" panose="02070309020205020404" pitchFamily="49" charset="0"/>
              </a:rPr>
              <a:t>/5.0</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response = </a:t>
            </a:r>
            <a:r>
              <a:rPr lang="en-US" err="1">
                <a:solidFill>
                  <a:schemeClr val="tx1"/>
                </a:solidFill>
                <a:latin typeface="Courier New" panose="02070309020205020404" pitchFamily="49" charset="0"/>
                <a:cs typeface="Courier New" panose="02070309020205020404" pitchFamily="49" charset="0"/>
              </a:rPr>
              <a:t>requests.get</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url</a:t>
            </a:r>
            <a:r>
              <a:rPr lang="en-US">
                <a:solidFill>
                  <a:schemeClr val="tx1"/>
                </a:solidFill>
                <a:latin typeface="Courier New" panose="02070309020205020404" pitchFamily="49" charset="0"/>
                <a:cs typeface="Courier New" panose="02070309020205020404" pitchFamily="49" charset="0"/>
              </a:rPr>
              <a:t>, headers=headers).text</a:t>
            </a:r>
          </a:p>
          <a:p>
            <a:pPr marL="457200" indent="-457200"/>
            <a:r>
              <a:rPr lang="en-US">
                <a:solidFill>
                  <a:schemeClr val="tx1"/>
                </a:solidFill>
                <a:latin typeface="Courier New" panose="02070309020205020404" pitchFamily="49" charset="0"/>
                <a:cs typeface="Courier New" panose="02070309020205020404" pitchFamily="49" charset="0"/>
              </a:rPr>
              <a:t>tables = </a:t>
            </a:r>
            <a:r>
              <a:rPr lang="en-US" err="1">
                <a:solidFill>
                  <a:schemeClr val="tx1"/>
                </a:solidFill>
                <a:latin typeface="Courier New" panose="02070309020205020404" pitchFamily="49" charset="0"/>
                <a:cs typeface="Courier New" panose="02070309020205020404" pitchFamily="49" charset="0"/>
              </a:rPr>
              <a:t>pd.read_html</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StringIO</a:t>
            </a:r>
            <a:r>
              <a:rPr lang="en-US">
                <a:solidFill>
                  <a:schemeClr val="tx1"/>
                </a:solidFill>
                <a:latin typeface="Courier New" panose="02070309020205020404" pitchFamily="49" charset="0"/>
                <a:cs typeface="Courier New" panose="02070309020205020404" pitchFamily="49" charset="0"/>
              </a:rPr>
              <a:t>(response))</a:t>
            </a:r>
          </a:p>
          <a:p>
            <a:pPr marL="457200" indent="-457200"/>
            <a:r>
              <a:rPr lang="en-US">
                <a:solidFill>
                  <a:schemeClr val="tx1"/>
                </a:solidFill>
                <a:latin typeface="Courier New" panose="02070309020205020404" pitchFamily="49" charset="0"/>
                <a:cs typeface="Courier New" panose="02070309020205020404" pitchFamily="49" charset="0"/>
              </a:rPr>
              <a:t>tables[1]</a:t>
            </a:r>
          </a:p>
        </p:txBody>
      </p:sp>
      <p:sp>
        <p:nvSpPr>
          <p:cNvPr id="4" name="Content Placeholder 4">
            <a:extLst>
              <a:ext uri="{FF2B5EF4-FFF2-40B4-BE49-F238E27FC236}">
                <a16:creationId xmlns:a16="http://schemas.microsoft.com/office/drawing/2014/main" id="{ECE57EAD-76D4-C4AC-CCAC-6524ADF7399B}"/>
              </a:ext>
            </a:extLst>
          </p:cNvPr>
          <p:cNvSpPr txBox="1">
            <a:spLocks/>
          </p:cNvSpPr>
          <p:nvPr/>
        </p:nvSpPr>
        <p:spPr>
          <a:xfrm>
            <a:off x="396873" y="330738"/>
            <a:ext cx="11398254" cy="368881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rgbClr val="C00000"/>
              </a:buClr>
              <a:buSzPct val="110000"/>
              <a:buFont typeface="Arial" panose="020B0604020202020204" pitchFamily="34" charset="0"/>
              <a:buNone/>
              <a:defRPr sz="2400" b="0" i="0" kern="1200">
                <a:solidFill>
                  <a:srgbClr val="212325"/>
                </a:solidFill>
                <a:latin typeface="Buckeye Sans 2" pitchFamily="2" charset="77"/>
                <a:ea typeface="+mn-ea"/>
                <a:cs typeface="+mn-cs"/>
              </a:defRPr>
            </a:lvl1pPr>
            <a:lvl2pPr marL="685800" indent="-228600" algn="l" defTabSz="914400" rtl="0" eaLnBrk="1" latinLnBrk="0" hangingPunct="1">
              <a:lnSpc>
                <a:spcPct val="90000"/>
              </a:lnSpc>
              <a:spcBef>
                <a:spcPts val="500"/>
              </a:spcBef>
              <a:buClr>
                <a:srgbClr val="C00000"/>
              </a:buClr>
              <a:buSzPct val="110000"/>
              <a:buFont typeface="Arial" panose="020B0604020202020204" pitchFamily="34" charset="0"/>
              <a:buChar char="•"/>
              <a:defRPr sz="2200" b="0" i="0" kern="1200">
                <a:solidFill>
                  <a:srgbClr val="212325"/>
                </a:solidFill>
                <a:latin typeface="Buckeye Sans 2" pitchFamily="2" charset="77"/>
                <a:ea typeface="+mn-ea"/>
                <a:cs typeface="+mn-cs"/>
              </a:defRPr>
            </a:lvl2pPr>
            <a:lvl3pPr marL="1143000" indent="-228600" algn="l" defTabSz="914400" rtl="0" eaLnBrk="1" latinLnBrk="0" hangingPunct="1">
              <a:lnSpc>
                <a:spcPct val="90000"/>
              </a:lnSpc>
              <a:spcBef>
                <a:spcPts val="500"/>
              </a:spcBef>
              <a:buClr>
                <a:srgbClr val="C00000"/>
              </a:buClr>
              <a:buSzPct val="90000"/>
              <a:buFont typeface="Courier New" panose="02070309020205020404" pitchFamily="49" charset="0"/>
              <a:buChar char="o"/>
              <a:defRPr sz="2000" b="0" i="0" kern="1200">
                <a:solidFill>
                  <a:srgbClr val="212325"/>
                </a:solidFill>
                <a:latin typeface="Buckeye Sans 2" pitchFamily="2" charset="77"/>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b="0" i="0" kern="1200">
                <a:solidFill>
                  <a:srgbClr val="212325"/>
                </a:solidFill>
                <a:latin typeface="Buckeye Sans 2"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b="1" err="1"/>
              <a:t>pd.read_html</a:t>
            </a:r>
            <a:r>
              <a:rPr lang="en-US" b="1"/>
              <a:t>()</a:t>
            </a:r>
          </a:p>
          <a:p>
            <a:pPr>
              <a:lnSpc>
                <a:spcPct val="100000"/>
              </a:lnSpc>
              <a:spcAft>
                <a:spcPts val="600"/>
              </a:spcAft>
            </a:pPr>
            <a:r>
              <a:rPr lang="en-US"/>
              <a:t>Use Pandas to read HTML tables directly into </a:t>
            </a:r>
            <a:r>
              <a:rPr lang="en-US" err="1"/>
              <a:t>DataFrames</a:t>
            </a:r>
            <a:r>
              <a:rPr lang="en-US"/>
              <a:t> with .</a:t>
            </a:r>
            <a:r>
              <a:rPr lang="en-US" err="1"/>
              <a:t>read_html</a:t>
            </a:r>
            <a:r>
              <a:rPr lang="en-US"/>
              <a:t>(). This extremely useful tool extracts all tables present in a specified URL or file, allowing each table to be accessed using standard list indexing and slicing syntax.</a:t>
            </a:r>
          </a:p>
          <a:p>
            <a:pPr>
              <a:lnSpc>
                <a:spcPct val="100000"/>
              </a:lnSpc>
              <a:spcAft>
                <a:spcPts val="600"/>
              </a:spcAft>
            </a:pPr>
            <a:r>
              <a:rPr lang="en-US"/>
              <a:t>The following code instructs Python to go to the Wikipedia </a:t>
            </a:r>
            <a:r>
              <a:rPr lang="en-US">
                <a:hlinkClick r:id="rId2"/>
              </a:rPr>
              <a:t>List of states and territories of the United States </a:t>
            </a:r>
            <a:r>
              <a:rPr lang="en-US"/>
              <a:t>and retrieve the second table.</a:t>
            </a:r>
          </a:p>
        </p:txBody>
      </p:sp>
    </p:spTree>
    <p:extLst>
      <p:ext uri="{BB962C8B-B14F-4D97-AF65-F5344CB8AC3E}">
        <p14:creationId xmlns:p14="http://schemas.microsoft.com/office/powerpoint/2010/main" val="39550733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352C49-C968-704B-6BAA-739FC9A8C5BF}"/>
              </a:ext>
            </a:extLst>
          </p:cNvPr>
          <p:cNvSpPr>
            <a:spLocks noGrp="1"/>
          </p:cNvSpPr>
          <p:nvPr>
            <p:ph type="sldNum" sz="quarter" idx="12"/>
          </p:nvPr>
        </p:nvSpPr>
        <p:spPr/>
        <p:txBody>
          <a:bodyPr/>
          <a:lstStyle/>
          <a:p>
            <a:fld id="{DFA4CD3D-26C8-47FF-8D13-9B32BAAB4735}" type="slidenum">
              <a:rPr lang="en-US" smtClean="0"/>
              <a:t>112</a:t>
            </a:fld>
            <a:endParaRPr lang="en-US"/>
          </a:p>
        </p:txBody>
      </p:sp>
      <p:sp>
        <p:nvSpPr>
          <p:cNvPr id="3" name="Title 2">
            <a:extLst>
              <a:ext uri="{FF2B5EF4-FFF2-40B4-BE49-F238E27FC236}">
                <a16:creationId xmlns:a16="http://schemas.microsoft.com/office/drawing/2014/main" id="{E42FE865-A52B-076D-3F68-FCF719217C3A}"/>
              </a:ext>
            </a:extLst>
          </p:cNvPr>
          <p:cNvSpPr>
            <a:spLocks noGrp="1"/>
          </p:cNvSpPr>
          <p:nvPr>
            <p:ph type="title"/>
          </p:nvPr>
        </p:nvSpPr>
        <p:spPr/>
        <p:txBody>
          <a:bodyPr/>
          <a:lstStyle/>
          <a:p>
            <a:r>
              <a:rPr lang="en-US"/>
              <a:t>requests</a:t>
            </a:r>
          </a:p>
        </p:txBody>
      </p:sp>
      <p:sp>
        <p:nvSpPr>
          <p:cNvPr id="5" name="Content Placeholder 4">
            <a:extLst>
              <a:ext uri="{FF2B5EF4-FFF2-40B4-BE49-F238E27FC236}">
                <a16:creationId xmlns:a16="http://schemas.microsoft.com/office/drawing/2014/main" id="{E08345B5-0D4F-501F-5C9E-B782C8B4BA95}"/>
              </a:ext>
            </a:extLst>
          </p:cNvPr>
          <p:cNvSpPr>
            <a:spLocks noGrp="1"/>
          </p:cNvSpPr>
          <p:nvPr>
            <p:ph idx="1"/>
          </p:nvPr>
        </p:nvSpPr>
        <p:spPr>
          <a:xfrm>
            <a:off x="396873" y="2074421"/>
            <a:ext cx="11398254" cy="838854"/>
          </a:xfrm>
        </p:spPr>
        <p:txBody>
          <a:bodyPr/>
          <a:lstStyle/>
          <a:p>
            <a:r>
              <a:rPr lang="en-US"/>
              <a:t>The </a:t>
            </a:r>
            <a:r>
              <a:rPr lang="en-US" b="1"/>
              <a:t>requests</a:t>
            </a:r>
            <a:r>
              <a:rPr lang="en-US"/>
              <a:t> library retrieves HTML or XML documents from a server and processes the response.</a:t>
            </a:r>
          </a:p>
        </p:txBody>
      </p:sp>
      <p:sp>
        <p:nvSpPr>
          <p:cNvPr id="7" name="Flowchart: Alternate Process 6">
            <a:extLst>
              <a:ext uri="{FF2B5EF4-FFF2-40B4-BE49-F238E27FC236}">
                <a16:creationId xmlns:a16="http://schemas.microsoft.com/office/drawing/2014/main" id="{E05C5CF5-E906-FE28-B18D-DF31EC49AEB6}"/>
              </a:ext>
            </a:extLst>
          </p:cNvPr>
          <p:cNvSpPr/>
          <p:nvPr/>
        </p:nvSpPr>
        <p:spPr>
          <a:xfrm>
            <a:off x="396873" y="3133724"/>
            <a:ext cx="11053482" cy="1790701"/>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import requests</a:t>
            </a:r>
          </a:p>
          <a:p>
            <a:pPr marL="457200" indent="-457200"/>
            <a:r>
              <a:rPr lang="en-US" err="1">
                <a:solidFill>
                  <a:schemeClr val="tx1"/>
                </a:solidFill>
                <a:latin typeface="Courier New" panose="02070309020205020404" pitchFamily="49" charset="0"/>
                <a:cs typeface="Courier New" panose="02070309020205020404" pitchFamily="49" charset="0"/>
              </a:rPr>
              <a:t>url</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https://library.osu.edu</a:t>
            </a:r>
            <a:r>
              <a:rPr lang="en-US">
                <a:solidFill>
                  <a:schemeClr val="tx1"/>
                </a:solidFill>
                <a:latin typeface="Courier New" panose="02070309020205020404" pitchFamily="49" charset="0"/>
                <a:cs typeface="Courier New" panose="02070309020205020404" pitchFamily="49" charset="0"/>
              </a:rPr>
              <a:t>' #INSERT URL HERE</a:t>
            </a:r>
          </a:p>
          <a:p>
            <a:pPr marL="457200" indent="-457200"/>
            <a:r>
              <a:rPr lang="en-US" err="1">
                <a:solidFill>
                  <a:schemeClr val="tx1"/>
                </a:solidFill>
                <a:latin typeface="Courier New" panose="02070309020205020404" pitchFamily="49" charset="0"/>
                <a:cs typeface="Courier New" panose="02070309020205020404" pitchFamily="49" charset="0"/>
              </a:rPr>
              <a:t>respone</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requests.get</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url</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text = </a:t>
            </a:r>
            <a:r>
              <a:rPr lang="en-US" err="1">
                <a:solidFill>
                  <a:schemeClr val="tx1"/>
                </a:solidFill>
                <a:latin typeface="Courier New" panose="02070309020205020404" pitchFamily="49" charset="0"/>
                <a:cs typeface="Courier New" panose="02070309020205020404" pitchFamily="49" charset="0"/>
              </a:rPr>
              <a:t>response.text</a:t>
            </a:r>
            <a:r>
              <a:rPr lang="en-US">
                <a:solidFill>
                  <a:schemeClr val="tx1"/>
                </a:solidFill>
                <a:latin typeface="Courier New" panose="02070309020205020404" pitchFamily="49" charset="0"/>
                <a:cs typeface="Courier New" panose="02070309020205020404" pitchFamily="49" charset="0"/>
              </a:rPr>
              <a:t> #THIS RETURNS THE RESPONSE CODED AS TEXT</a:t>
            </a:r>
          </a:p>
          <a:p>
            <a:pPr marL="457200" indent="-457200"/>
            <a:r>
              <a:rPr lang="en-US">
                <a:solidFill>
                  <a:schemeClr val="tx1"/>
                </a:solidFill>
                <a:latin typeface="Courier New" panose="02070309020205020404" pitchFamily="49" charset="0"/>
                <a:cs typeface="Courier New" panose="02070309020205020404" pitchFamily="49" charset="0"/>
              </a:rPr>
              <a:t>bytes = </a:t>
            </a:r>
            <a:r>
              <a:rPr lang="en-US" err="1">
                <a:solidFill>
                  <a:schemeClr val="tx1"/>
                </a:solidFill>
                <a:latin typeface="Courier New" panose="02070309020205020404" pitchFamily="49" charset="0"/>
                <a:cs typeface="Courier New" panose="02070309020205020404" pitchFamily="49" charset="0"/>
              </a:rPr>
              <a:t>response.content</a:t>
            </a:r>
            <a:r>
              <a:rPr lang="en-US">
                <a:solidFill>
                  <a:schemeClr val="tx1"/>
                </a:solidFill>
                <a:latin typeface="Courier New" panose="02070309020205020404" pitchFamily="49" charset="0"/>
                <a:cs typeface="Courier New" panose="02070309020205020404" pitchFamily="49" charset="0"/>
              </a:rPr>
              <a:t> #THIS RETURNS THE RESPONSE CONTENT AS BYTES</a:t>
            </a:r>
          </a:p>
        </p:txBody>
      </p:sp>
    </p:spTree>
    <p:extLst>
      <p:ext uri="{BB962C8B-B14F-4D97-AF65-F5344CB8AC3E}">
        <p14:creationId xmlns:p14="http://schemas.microsoft.com/office/powerpoint/2010/main" val="19773642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741051-4B9E-935A-1A5B-815B295F7C4E}"/>
              </a:ext>
            </a:extLst>
          </p:cNvPr>
          <p:cNvSpPr>
            <a:spLocks noGrp="1"/>
          </p:cNvSpPr>
          <p:nvPr>
            <p:ph type="sldNum" sz="quarter" idx="12"/>
          </p:nvPr>
        </p:nvSpPr>
        <p:spPr/>
        <p:txBody>
          <a:bodyPr/>
          <a:lstStyle/>
          <a:p>
            <a:fld id="{DFA4CD3D-26C8-47FF-8D13-9B32BAAB4735}" type="slidenum">
              <a:rPr lang="en-US" smtClean="0"/>
              <a:t>113</a:t>
            </a:fld>
            <a:endParaRPr lang="en-US"/>
          </a:p>
        </p:txBody>
      </p:sp>
      <p:sp>
        <p:nvSpPr>
          <p:cNvPr id="3" name="Title 2">
            <a:extLst>
              <a:ext uri="{FF2B5EF4-FFF2-40B4-BE49-F238E27FC236}">
                <a16:creationId xmlns:a16="http://schemas.microsoft.com/office/drawing/2014/main" id="{4098192A-6F08-B9B7-0C29-52E3B687D7BE}"/>
              </a:ext>
            </a:extLst>
          </p:cNvPr>
          <p:cNvSpPr>
            <a:spLocks noGrp="1"/>
          </p:cNvSpPr>
          <p:nvPr>
            <p:ph type="title"/>
          </p:nvPr>
        </p:nvSpPr>
        <p:spPr/>
        <p:txBody>
          <a:bodyPr/>
          <a:lstStyle/>
          <a:p>
            <a:r>
              <a:rPr lang="en-US"/>
              <a:t>Beautiful Soup</a:t>
            </a:r>
          </a:p>
        </p:txBody>
      </p:sp>
      <p:sp>
        <p:nvSpPr>
          <p:cNvPr id="5" name="Content Placeholder 4">
            <a:extLst>
              <a:ext uri="{FF2B5EF4-FFF2-40B4-BE49-F238E27FC236}">
                <a16:creationId xmlns:a16="http://schemas.microsoft.com/office/drawing/2014/main" id="{2B697A96-78BD-7A5A-7B11-AEF419AA0DAD}"/>
              </a:ext>
            </a:extLst>
          </p:cNvPr>
          <p:cNvSpPr>
            <a:spLocks noGrp="1"/>
          </p:cNvSpPr>
          <p:nvPr>
            <p:ph idx="1"/>
          </p:nvPr>
        </p:nvSpPr>
        <p:spPr/>
        <p:txBody>
          <a:bodyPr/>
          <a:lstStyle/>
          <a:p>
            <a:r>
              <a:rPr lang="en-US" err="1"/>
              <a:t>BeautifulSoup</a:t>
            </a:r>
            <a:r>
              <a:rPr lang="en-US"/>
              <a:t> parses HTML and XML documents, helping you search for and extract elements from the DOM. The first argument is the content to be parsed, and the second specifies the parsing library to use.</a:t>
            </a:r>
          </a:p>
          <a:p>
            <a:pPr marL="342900" indent="-342900">
              <a:buFont typeface="Arial" panose="020B0604020202020204" pitchFamily="34" charset="0"/>
              <a:buChar char="•"/>
            </a:pPr>
            <a:r>
              <a:rPr lang="en-US" b="1" err="1">
                <a:solidFill>
                  <a:srgbClr val="7030A0"/>
                </a:solidFill>
              </a:rPr>
              <a:t>html.parser</a:t>
            </a:r>
            <a:r>
              <a:rPr lang="en-US" b="1">
                <a:solidFill>
                  <a:srgbClr val="7030A0"/>
                </a:solidFill>
              </a:rPr>
              <a:t> </a:t>
            </a:r>
            <a:r>
              <a:rPr lang="en-US"/>
              <a:t>– The default HTML parser</a:t>
            </a:r>
          </a:p>
          <a:p>
            <a:pPr marL="342900" indent="-342900">
              <a:buFont typeface="Arial" panose="020B0604020202020204" pitchFamily="34" charset="0"/>
              <a:buChar char="•"/>
            </a:pPr>
            <a:r>
              <a:rPr lang="en-US" b="1" err="1">
                <a:solidFill>
                  <a:srgbClr val="7030A0"/>
                </a:solidFill>
              </a:rPr>
              <a:t>lxml</a:t>
            </a:r>
            <a:r>
              <a:rPr lang="en-US"/>
              <a:t> – a faster parser with more features</a:t>
            </a:r>
          </a:p>
          <a:p>
            <a:pPr marL="342900" indent="-342900">
              <a:buFont typeface="Arial" panose="020B0604020202020204" pitchFamily="34" charset="0"/>
              <a:buChar char="•"/>
            </a:pPr>
            <a:r>
              <a:rPr lang="en-US" b="1">
                <a:solidFill>
                  <a:srgbClr val="7030A0"/>
                </a:solidFill>
              </a:rPr>
              <a:t>xml</a:t>
            </a:r>
            <a:r>
              <a:rPr lang="en-US"/>
              <a:t> – parses XML</a:t>
            </a:r>
          </a:p>
          <a:p>
            <a:pPr marL="342900" indent="-342900">
              <a:buFont typeface="Arial" panose="020B0604020202020204" pitchFamily="34" charset="0"/>
              <a:buChar char="•"/>
            </a:pPr>
            <a:r>
              <a:rPr lang="en-US" b="1">
                <a:solidFill>
                  <a:srgbClr val="7030A0"/>
                </a:solidFill>
              </a:rPr>
              <a:t>html5lib</a:t>
            </a:r>
            <a:r>
              <a:rPr lang="en-US"/>
              <a:t> – for HTML5 parsing</a:t>
            </a:r>
          </a:p>
        </p:txBody>
      </p:sp>
    </p:spTree>
    <p:extLst>
      <p:ext uri="{BB962C8B-B14F-4D97-AF65-F5344CB8AC3E}">
        <p14:creationId xmlns:p14="http://schemas.microsoft.com/office/powerpoint/2010/main" val="418144233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D6A4C-24A0-866A-81F4-6170F6FB32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2820DC-AB77-7E8A-8159-B6FA37127259}"/>
              </a:ext>
            </a:extLst>
          </p:cNvPr>
          <p:cNvSpPr>
            <a:spLocks noGrp="1"/>
          </p:cNvSpPr>
          <p:nvPr>
            <p:ph type="sldNum" sz="quarter" idx="12"/>
          </p:nvPr>
        </p:nvSpPr>
        <p:spPr/>
        <p:txBody>
          <a:bodyPr/>
          <a:lstStyle/>
          <a:p>
            <a:fld id="{DFA4CD3D-26C8-47FF-8D13-9B32BAAB4735}" type="slidenum">
              <a:rPr lang="en-US" smtClean="0"/>
              <a:t>114</a:t>
            </a:fld>
            <a:endParaRPr lang="en-US"/>
          </a:p>
        </p:txBody>
      </p:sp>
      <p:sp>
        <p:nvSpPr>
          <p:cNvPr id="5" name="Flowchart: Alternate Process 4">
            <a:extLst>
              <a:ext uri="{FF2B5EF4-FFF2-40B4-BE49-F238E27FC236}">
                <a16:creationId xmlns:a16="http://schemas.microsoft.com/office/drawing/2014/main" id="{7DF379F1-2895-8D0C-0124-42448FA429D4}"/>
              </a:ext>
            </a:extLst>
          </p:cNvPr>
          <p:cNvSpPr/>
          <p:nvPr/>
        </p:nvSpPr>
        <p:spPr>
          <a:xfrm>
            <a:off x="492123" y="790576"/>
            <a:ext cx="11053482" cy="200025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a:solidFill>
                  <a:schemeClr val="tx1"/>
                </a:solidFill>
                <a:latin typeface="Courier New" panose="02070309020205020404" pitchFamily="49" charset="0"/>
                <a:cs typeface="Courier New" panose="02070309020205020404" pitchFamily="49" charset="0"/>
              </a:rPr>
              <a:t>import requests</a:t>
            </a:r>
          </a:p>
          <a:p>
            <a:pPr marL="457200" indent="-457200"/>
            <a:r>
              <a:rPr lang="en-US">
                <a:solidFill>
                  <a:schemeClr val="tx1"/>
                </a:solidFill>
                <a:latin typeface="Courier New" panose="02070309020205020404" pitchFamily="49" charset="0"/>
                <a:cs typeface="Courier New" panose="02070309020205020404" pitchFamily="49" charset="0"/>
              </a:rPr>
              <a:t>from bs4 import </a:t>
            </a:r>
            <a:r>
              <a:rPr lang="en-US" err="1">
                <a:solidFill>
                  <a:schemeClr val="tx1"/>
                </a:solidFill>
                <a:latin typeface="Courier New" panose="02070309020205020404" pitchFamily="49" charset="0"/>
                <a:cs typeface="Courier New" panose="02070309020205020404" pitchFamily="49" charset="0"/>
              </a:rPr>
              <a:t>BeautifulSoup</a:t>
            </a:r>
            <a:endParaRPr lang="en-US">
              <a:solidFill>
                <a:schemeClr val="tx1"/>
              </a:solidFill>
              <a:latin typeface="Courier New" panose="02070309020205020404" pitchFamily="49" charset="0"/>
              <a:cs typeface="Courier New" panose="02070309020205020404" pitchFamily="49" charset="0"/>
            </a:endParaRPr>
          </a:p>
          <a:p>
            <a:pPr marL="457200" indent="-457200"/>
            <a:endParaRPr lang="en-US">
              <a:solidFill>
                <a:schemeClr val="tx1"/>
              </a:solidFill>
              <a:latin typeface="Courier New" panose="02070309020205020404" pitchFamily="49" charset="0"/>
              <a:cs typeface="Courier New" panose="02070309020205020404" pitchFamily="49" charset="0"/>
            </a:endParaRPr>
          </a:p>
          <a:p>
            <a:pPr marL="457200" indent="-457200"/>
            <a:r>
              <a:rPr lang="en-US" err="1">
                <a:solidFill>
                  <a:schemeClr val="tx1"/>
                </a:solidFill>
                <a:latin typeface="Courier New" panose="02070309020205020404" pitchFamily="49" charset="0"/>
                <a:cs typeface="Courier New" panose="02070309020205020404" pitchFamily="49" charset="0"/>
              </a:rPr>
              <a:t>url</a:t>
            </a:r>
            <a:r>
              <a:rPr lang="en-US">
                <a:solidFill>
                  <a:schemeClr val="tx1"/>
                </a:solidFill>
                <a:latin typeface="Courier New" panose="02070309020205020404" pitchFamily="49" charset="0"/>
                <a:cs typeface="Courier New" panose="02070309020205020404" pitchFamily="49" charset="0"/>
              </a:rPr>
              <a:t> = '</a:t>
            </a:r>
            <a:r>
              <a:rPr lang="en-US">
                <a:solidFill>
                  <a:srgbClr val="00B050"/>
                </a:solidFill>
                <a:latin typeface="Courier New" panose="02070309020205020404" pitchFamily="49" charset="0"/>
                <a:cs typeface="Courier New" panose="02070309020205020404" pitchFamily="49" charset="0"/>
              </a:rPr>
              <a:t>https://library.osu.edu</a:t>
            </a:r>
            <a:r>
              <a:rPr lang="en-US">
                <a:solidFill>
                  <a:schemeClr val="tx1"/>
                </a:solidFill>
                <a:latin typeface="Courier New" panose="02070309020205020404" pitchFamily="49" charset="0"/>
                <a:cs typeface="Courier New" panose="02070309020205020404" pitchFamily="49" charset="0"/>
              </a:rPr>
              <a:t>' #INSERT URL HERE</a:t>
            </a:r>
          </a:p>
          <a:p>
            <a:pPr marL="457200" indent="-457200"/>
            <a:r>
              <a:rPr lang="en-US" err="1">
                <a:solidFill>
                  <a:schemeClr val="tx1"/>
                </a:solidFill>
                <a:latin typeface="Courier New" panose="02070309020205020404" pitchFamily="49" charset="0"/>
                <a:cs typeface="Courier New" panose="02070309020205020404" pitchFamily="49" charset="0"/>
              </a:rPr>
              <a:t>respone</a:t>
            </a:r>
            <a:r>
              <a:rPr lang="en-US">
                <a:solidFill>
                  <a:schemeClr val="tx1"/>
                </a:solidFill>
                <a:latin typeface="Courier New" panose="02070309020205020404" pitchFamily="49" charset="0"/>
                <a:cs typeface="Courier New" panose="02070309020205020404" pitchFamily="49" charset="0"/>
              </a:rPr>
              <a:t> = </a:t>
            </a:r>
            <a:r>
              <a:rPr lang="en-US" err="1">
                <a:solidFill>
                  <a:schemeClr val="tx1"/>
                </a:solidFill>
                <a:latin typeface="Courier New" panose="02070309020205020404" pitchFamily="49" charset="0"/>
                <a:cs typeface="Courier New" panose="02070309020205020404" pitchFamily="49" charset="0"/>
              </a:rPr>
              <a:t>requests.get</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url</a:t>
            </a:r>
            <a:r>
              <a:rPr lang="en-US">
                <a:solidFill>
                  <a:schemeClr val="tx1"/>
                </a:solidFill>
                <a:latin typeface="Courier New" panose="02070309020205020404" pitchFamily="49" charset="0"/>
                <a:cs typeface="Courier New" panose="02070309020205020404" pitchFamily="49" charset="0"/>
              </a:rPr>
              <a:t>).content</a:t>
            </a:r>
          </a:p>
          <a:p>
            <a:pPr marL="457200" indent="-457200"/>
            <a:r>
              <a:rPr lang="en-US">
                <a:solidFill>
                  <a:schemeClr val="tx1"/>
                </a:solidFill>
                <a:latin typeface="Courier New" panose="02070309020205020404" pitchFamily="49" charset="0"/>
                <a:cs typeface="Courier New" panose="02070309020205020404" pitchFamily="49" charset="0"/>
              </a:rPr>
              <a:t>soup = </a:t>
            </a:r>
            <a:r>
              <a:rPr lang="en-US" err="1">
                <a:solidFill>
                  <a:schemeClr val="tx1"/>
                </a:solidFill>
                <a:latin typeface="Courier New" panose="02070309020205020404" pitchFamily="49" charset="0"/>
                <a:cs typeface="Courier New" panose="02070309020205020404" pitchFamily="49" charset="0"/>
              </a:rPr>
              <a:t>BeautifulSoup</a:t>
            </a:r>
            <a:r>
              <a:rPr lang="en-US">
                <a:solidFill>
                  <a:schemeClr val="tx1"/>
                </a:solidFill>
                <a:latin typeface="Courier New" panose="02070309020205020404" pitchFamily="49" charset="0"/>
                <a:cs typeface="Courier New" panose="02070309020205020404" pitchFamily="49" charset="0"/>
              </a:rPr>
              <a:t>(response, 'xml')</a:t>
            </a:r>
          </a:p>
          <a:p>
            <a:pPr marL="457200" indent="-457200"/>
            <a:endParaRPr lang="en-US">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0300788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03AD8-E960-F73E-BAA0-69171AF332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F7CD53-680B-D5CF-4C2D-E6EE53E944D2}"/>
              </a:ext>
            </a:extLst>
          </p:cNvPr>
          <p:cNvSpPr>
            <a:spLocks noGrp="1"/>
          </p:cNvSpPr>
          <p:nvPr>
            <p:ph type="sldNum" sz="quarter" idx="12"/>
          </p:nvPr>
        </p:nvSpPr>
        <p:spPr/>
        <p:txBody>
          <a:bodyPr/>
          <a:lstStyle/>
          <a:p>
            <a:fld id="{DFA4CD3D-26C8-47FF-8D13-9B32BAAB4735}" type="slidenum">
              <a:rPr lang="en-US" smtClean="0"/>
              <a:t>115</a:t>
            </a:fld>
            <a:endParaRPr lang="en-US"/>
          </a:p>
        </p:txBody>
      </p:sp>
      <p:sp>
        <p:nvSpPr>
          <p:cNvPr id="3" name="Title 2">
            <a:extLst>
              <a:ext uri="{FF2B5EF4-FFF2-40B4-BE49-F238E27FC236}">
                <a16:creationId xmlns:a16="http://schemas.microsoft.com/office/drawing/2014/main" id="{6AF3788E-2082-8E48-3046-1265CF68F835}"/>
              </a:ext>
            </a:extLst>
          </p:cNvPr>
          <p:cNvSpPr>
            <a:spLocks noGrp="1"/>
          </p:cNvSpPr>
          <p:nvPr>
            <p:ph type="title"/>
          </p:nvPr>
        </p:nvSpPr>
        <p:spPr/>
        <p:txBody>
          <a:bodyPr/>
          <a:lstStyle/>
          <a:p>
            <a:r>
              <a:rPr lang="en-US"/>
              <a:t>Problem decomposition</a:t>
            </a:r>
          </a:p>
        </p:txBody>
      </p:sp>
      <p:sp>
        <p:nvSpPr>
          <p:cNvPr id="5" name="Content Placeholder 4">
            <a:extLst>
              <a:ext uri="{FF2B5EF4-FFF2-40B4-BE49-F238E27FC236}">
                <a16:creationId xmlns:a16="http://schemas.microsoft.com/office/drawing/2014/main" id="{424D4DED-9623-04F1-1466-E742193D26F9}"/>
              </a:ext>
            </a:extLst>
          </p:cNvPr>
          <p:cNvSpPr>
            <a:spLocks noGrp="1"/>
          </p:cNvSpPr>
          <p:nvPr>
            <p:ph idx="1"/>
          </p:nvPr>
        </p:nvSpPr>
        <p:spPr/>
        <p:txBody>
          <a:bodyPr/>
          <a:lstStyle/>
          <a:p>
            <a:r>
              <a:rPr lang="en-US" b="1"/>
              <a:t>Task 1: Extract the Performers table found on the </a:t>
            </a:r>
            <a:r>
              <a:rPr lang="en-US" b="1">
                <a:hlinkClick r:id="rId2"/>
              </a:rPr>
              <a:t>List of Rock and Roll Hall of Fame inductees </a:t>
            </a:r>
            <a:endParaRPr lang="en-US" b="1"/>
          </a:p>
          <a:p>
            <a:pPr marL="457200" indent="-457200">
              <a:buFont typeface="+mj-lt"/>
              <a:buAutoNum type="arabicPeriod"/>
            </a:pPr>
            <a:r>
              <a:rPr lang="en-US"/>
              <a:t>Go to https://en.wikipedia.org/wiki/List_of_Rock_and_Roll_Hall_of_Fame_inductees</a:t>
            </a:r>
          </a:p>
          <a:p>
            <a:pPr marL="457200" indent="-457200">
              <a:buFont typeface="+mj-lt"/>
              <a:buAutoNum type="arabicPeriod"/>
            </a:pPr>
            <a:r>
              <a:rPr lang="en-US"/>
              <a:t>Extract the </a:t>
            </a:r>
            <a:r>
              <a:rPr lang="en-US" b="1"/>
              <a:t>Performers</a:t>
            </a:r>
            <a:r>
              <a:rPr lang="en-US"/>
              <a:t> table</a:t>
            </a:r>
          </a:p>
        </p:txBody>
      </p:sp>
    </p:spTree>
    <p:extLst>
      <p:ext uri="{BB962C8B-B14F-4D97-AF65-F5344CB8AC3E}">
        <p14:creationId xmlns:p14="http://schemas.microsoft.com/office/powerpoint/2010/main" val="31642759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13A87-CCDB-5AC3-AD64-1614FCD574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890A9C-A2B7-D87D-FE38-BF6F06811269}"/>
              </a:ext>
            </a:extLst>
          </p:cNvPr>
          <p:cNvSpPr>
            <a:spLocks noGrp="1"/>
          </p:cNvSpPr>
          <p:nvPr>
            <p:ph type="sldNum" sz="quarter" idx="12"/>
          </p:nvPr>
        </p:nvSpPr>
        <p:spPr/>
        <p:txBody>
          <a:bodyPr/>
          <a:lstStyle/>
          <a:p>
            <a:fld id="{DFA4CD3D-26C8-47FF-8D13-9B32BAAB4735}" type="slidenum">
              <a:rPr lang="en-US" smtClean="0"/>
              <a:t>116</a:t>
            </a:fld>
            <a:endParaRPr lang="en-US"/>
          </a:p>
        </p:txBody>
      </p:sp>
      <p:sp>
        <p:nvSpPr>
          <p:cNvPr id="5" name="Flowchart: Alternate Process 4">
            <a:extLst>
              <a:ext uri="{FF2B5EF4-FFF2-40B4-BE49-F238E27FC236}">
                <a16:creationId xmlns:a16="http://schemas.microsoft.com/office/drawing/2014/main" id="{D579B6FC-91F9-E944-523A-926C30EE74B9}"/>
              </a:ext>
            </a:extLst>
          </p:cNvPr>
          <p:cNvSpPr/>
          <p:nvPr/>
        </p:nvSpPr>
        <p:spPr>
          <a:xfrm>
            <a:off x="492123" y="790576"/>
            <a:ext cx="11053482" cy="2000250"/>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a:solidFill>
                  <a:schemeClr val="tx1"/>
                </a:solidFill>
              </a:rPr>
              <a:t>I want to extract the Performers table from https://en.wikipedia.org/wiki/List_of_Rock_and_Roll_Hall_of_Fame_inductees. Ask me any questions you need to better understand my goal, then help me create a system prompt that will guide you in selecting the right Python tools and libraries.</a:t>
            </a:r>
            <a:endParaRPr lang="en-US" sz="240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5244027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25D1-DA59-F6E1-B823-1585B85E11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4A611A-8C56-AACD-0D90-B0E62B8E9383}"/>
              </a:ext>
            </a:extLst>
          </p:cNvPr>
          <p:cNvSpPr>
            <a:spLocks noGrp="1"/>
          </p:cNvSpPr>
          <p:nvPr>
            <p:ph type="sldNum" sz="quarter" idx="12"/>
          </p:nvPr>
        </p:nvSpPr>
        <p:spPr/>
        <p:txBody>
          <a:bodyPr/>
          <a:lstStyle/>
          <a:p>
            <a:fld id="{DFA4CD3D-26C8-47FF-8D13-9B32BAAB4735}" type="slidenum">
              <a:rPr lang="en-US" smtClean="0"/>
              <a:t>117</a:t>
            </a:fld>
            <a:endParaRPr lang="en-US"/>
          </a:p>
        </p:txBody>
      </p:sp>
      <p:sp>
        <p:nvSpPr>
          <p:cNvPr id="3" name="Rectangle 1">
            <a:extLst>
              <a:ext uri="{FF2B5EF4-FFF2-40B4-BE49-F238E27FC236}">
                <a16:creationId xmlns:a16="http://schemas.microsoft.com/office/drawing/2014/main" id="{C1A7F1DC-2C96-F741-4476-A5790DE7FF0A}"/>
              </a:ext>
            </a:extLst>
          </p:cNvPr>
          <p:cNvSpPr>
            <a:spLocks noChangeArrowheads="1"/>
          </p:cNvSpPr>
          <p:nvPr/>
        </p:nvSpPr>
        <p:spPr bwMode="auto">
          <a:xfrm>
            <a:off x="2990850" y="349598"/>
            <a:ext cx="4124847" cy="8463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import pandas as pd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import 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import requests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from datetime import datetime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URL = "https://en.wikipedia.org/wiki/</a:t>
            </a:r>
            <a:r>
              <a:rPr kumimoji="0" lang="en-US" altLang="en-US" sz="800" b="0" i="0" u="none" strike="noStrike" cap="none" normalizeH="0" baseline="0" err="1">
                <a:ln>
                  <a:noFill/>
                </a:ln>
                <a:solidFill>
                  <a:schemeClr val="tx1"/>
                </a:solidFill>
                <a:effectLst/>
                <a:latin typeface="Arial" panose="020B0604020202020204" pitchFamily="34" charset="0"/>
              </a:rPr>
              <a:t>List_of_Rock_and_Roll_Hall_of_Fame_inductees</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def </a:t>
            </a:r>
            <a:r>
              <a:rPr kumimoji="0" lang="en-US" altLang="en-US" sz="800" b="0" i="0" u="none" strike="noStrike" cap="none" normalizeH="0" baseline="0" err="1">
                <a:ln>
                  <a:noFill/>
                </a:ln>
                <a:solidFill>
                  <a:schemeClr val="tx1"/>
                </a:solidFill>
                <a:effectLst/>
                <a:latin typeface="Arial" panose="020B0604020202020204" pitchFamily="34" charset="0"/>
              </a:rPr>
              <a:t>get_html</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url</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"""Fetch HTML with headers to avoid HTTP 403 error"""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headers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"User-Agent": "Mozilla/5.0 (Windows NT 10.0; Win64; x64)"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response = </a:t>
            </a:r>
            <a:r>
              <a:rPr kumimoji="0" lang="en-US" altLang="en-US" sz="800" b="0" i="0" u="none" strike="noStrike" cap="none" normalizeH="0" baseline="0" err="1">
                <a:ln>
                  <a:noFill/>
                </a:ln>
                <a:solidFill>
                  <a:schemeClr val="tx1"/>
                </a:solidFill>
                <a:effectLst/>
                <a:latin typeface="Arial" panose="020B0604020202020204" pitchFamily="34" charset="0"/>
              </a:rPr>
              <a:t>requests.get</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url</a:t>
            </a:r>
            <a:r>
              <a:rPr kumimoji="0" lang="en-US" altLang="en-US" sz="800" b="0" i="0" u="none" strike="noStrike" cap="none" normalizeH="0" baseline="0">
                <a:ln>
                  <a:noFill/>
                </a:ln>
                <a:solidFill>
                  <a:schemeClr val="tx1"/>
                </a:solidFill>
                <a:effectLst/>
                <a:latin typeface="Arial" panose="020B0604020202020204" pitchFamily="34" charset="0"/>
              </a:rPr>
              <a:t>, headers=headers)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response.raise_for_status</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return </a:t>
            </a:r>
            <a:r>
              <a:rPr kumimoji="0" lang="en-US" altLang="en-US" sz="800" b="0" i="0" u="none" strike="noStrike" cap="none" normalizeH="0" baseline="0" err="1">
                <a:ln>
                  <a:noFill/>
                </a:ln>
                <a:solidFill>
                  <a:schemeClr val="tx1"/>
                </a:solidFill>
                <a:effectLst/>
                <a:latin typeface="Arial" panose="020B0604020202020204" pitchFamily="34" charset="0"/>
              </a:rPr>
              <a:t>response.text</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def </a:t>
            </a:r>
            <a:r>
              <a:rPr kumimoji="0" lang="en-US" altLang="en-US" sz="800" b="0" i="0" u="none" strike="noStrike" cap="none" normalizeH="0" baseline="0" err="1">
                <a:ln>
                  <a:noFill/>
                </a:ln>
                <a:solidFill>
                  <a:schemeClr val="tx1"/>
                </a:solidFill>
                <a:effectLst/>
                <a:latin typeface="Arial" panose="020B0604020202020204" pitchFamily="34" charset="0"/>
              </a:rPr>
              <a:t>clean_column_names</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df</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df.columns</a:t>
            </a:r>
            <a:r>
              <a:rPr kumimoji="0" lang="en-US" altLang="en-US" sz="800" b="0" i="0" u="none" strike="noStrike" cap="none" normalizeH="0" baseline="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df.columns</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str.strip</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str.lower</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str.replace</a:t>
            </a:r>
            <a:r>
              <a:rPr kumimoji="0" lang="en-US" altLang="en-US" sz="800" b="0" i="0" u="none" strike="noStrike" cap="none" normalizeH="0" baseline="0">
                <a:ln>
                  <a:noFill/>
                </a:ln>
                <a:solidFill>
                  <a:schemeClr val="tx1"/>
                </a:solidFill>
                <a:effectLst/>
                <a:latin typeface="Arial" panose="020B0604020202020204" pitchFamily="34" charset="0"/>
              </a:rPr>
              <a:t>(r"[^\w\s]", "", regex=True)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str.replace</a:t>
            </a:r>
            <a:r>
              <a:rPr kumimoji="0" lang="en-US" altLang="en-US" sz="800" b="0" i="0" u="none" strike="noStrike" cap="none" normalizeH="0" baseline="0">
                <a:ln>
                  <a:noFill/>
                </a:ln>
                <a:solidFill>
                  <a:schemeClr val="tx1"/>
                </a:solidFill>
                <a:effectLst/>
                <a:latin typeface="Arial" panose="020B0604020202020204" pitchFamily="34" charset="0"/>
              </a:rPr>
              <a:t>(r"\s+", "_", regex=True)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return </a:t>
            </a:r>
            <a:r>
              <a:rPr kumimoji="0" lang="en-US" altLang="en-US" sz="800" b="0" i="0" u="none" strike="noStrike" cap="none" normalizeH="0" baseline="0" err="1">
                <a:ln>
                  <a:noFill/>
                </a:ln>
                <a:solidFill>
                  <a:schemeClr val="tx1"/>
                </a:solidFill>
                <a:effectLst/>
                <a:latin typeface="Arial" panose="020B0604020202020204" pitchFamily="34" charset="0"/>
              </a:rPr>
              <a:t>df</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def </a:t>
            </a:r>
            <a:r>
              <a:rPr kumimoji="0" lang="en-US" altLang="en-US" sz="800" b="0" i="0" u="none" strike="noStrike" cap="none" normalizeH="0" baseline="0" err="1">
                <a:ln>
                  <a:noFill/>
                </a:ln>
                <a:solidFill>
                  <a:schemeClr val="tx1"/>
                </a:solidFill>
                <a:effectLst/>
                <a:latin typeface="Arial" panose="020B0604020202020204" pitchFamily="34" charset="0"/>
              </a:rPr>
              <a:t>remove_footnotes</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df</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return </a:t>
            </a:r>
            <a:r>
              <a:rPr kumimoji="0" lang="en-US" altLang="en-US" sz="800" b="0" i="0" u="none" strike="noStrike" cap="none" normalizeH="0" baseline="0" err="1">
                <a:ln>
                  <a:noFill/>
                </a:ln>
                <a:solidFill>
                  <a:schemeClr val="tx1"/>
                </a:solidFill>
                <a:effectLst/>
                <a:latin typeface="Arial" panose="020B0604020202020204" pitchFamily="34" charset="0"/>
              </a:rPr>
              <a:t>df.replace</a:t>
            </a:r>
            <a:r>
              <a:rPr kumimoji="0" lang="en-US" altLang="en-US" sz="800" b="0" i="0" u="none" strike="noStrike" cap="none" normalizeH="0" baseline="0">
                <a:ln>
                  <a:noFill/>
                </a:ln>
                <a:solidFill>
                  <a:schemeClr val="tx1"/>
                </a:solidFill>
                <a:effectLst/>
                <a:latin typeface="Arial" panose="020B0604020202020204" pitchFamily="34" charset="0"/>
              </a:rPr>
              <a:t>(r"\[[^\]]*\]", "", regex=True)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def </a:t>
            </a:r>
            <a:r>
              <a:rPr kumimoji="0" lang="en-US" altLang="en-US" sz="800" b="0" i="0" u="none" strike="noStrike" cap="none" normalizeH="0" baseline="0" err="1">
                <a:ln>
                  <a:noFill/>
                </a:ln>
                <a:solidFill>
                  <a:schemeClr val="tx1"/>
                </a:solidFill>
                <a:effectLst/>
                <a:latin typeface="Arial" panose="020B0604020202020204" pitchFamily="34" charset="0"/>
              </a:rPr>
              <a:t>find_performers_table</a:t>
            </a:r>
            <a:r>
              <a:rPr kumimoji="0" lang="en-US" altLang="en-US" sz="800" b="0" i="0" u="none" strike="noStrike" cap="none" normalizeH="0" baseline="0">
                <a:ln>
                  <a:noFill/>
                </a:ln>
                <a:solidFill>
                  <a:schemeClr val="tx1"/>
                </a:solidFill>
                <a:effectLst/>
                <a:latin typeface="Arial" panose="020B0604020202020204" pitchFamily="34" charset="0"/>
              </a:rPr>
              <a:t>(tables):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for i, table in enumerate(tables):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cols = [str(col).lower() for col in </a:t>
            </a:r>
            <a:r>
              <a:rPr kumimoji="0" lang="en-US" altLang="en-US" sz="800" b="0" i="0" u="none" strike="noStrike" cap="none" normalizeH="0" baseline="0" err="1">
                <a:ln>
                  <a:noFill/>
                </a:ln>
                <a:solidFill>
                  <a:schemeClr val="tx1"/>
                </a:solidFill>
                <a:effectLst/>
                <a:latin typeface="Arial" panose="020B0604020202020204" pitchFamily="34" charset="0"/>
              </a:rPr>
              <a:t>table.columns</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if any("name" in col for col in cols) and any("year" in col for col in cols):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if </a:t>
            </a:r>
            <a:r>
              <a:rPr kumimoji="0" lang="en-US" altLang="en-US" sz="800" b="0" i="0" u="none" strike="noStrike" cap="none" normalizeH="0" baseline="0" err="1">
                <a:ln>
                  <a:noFill/>
                </a:ln>
                <a:solidFill>
                  <a:schemeClr val="tx1"/>
                </a:solidFill>
                <a:effectLst/>
                <a:latin typeface="Arial" panose="020B0604020202020204" pitchFamily="34" charset="0"/>
              </a:rPr>
              <a:t>table.shape</a:t>
            </a:r>
            <a:r>
              <a:rPr kumimoji="0" lang="en-US" altLang="en-US" sz="800" b="0" i="0" u="none" strike="noStrike" cap="none" normalizeH="0" baseline="0">
                <a:ln>
                  <a:noFill/>
                </a:ln>
                <a:solidFill>
                  <a:schemeClr val="tx1"/>
                </a:solidFill>
                <a:effectLst/>
                <a:latin typeface="Arial" panose="020B0604020202020204" pitchFamily="34" charset="0"/>
              </a:rPr>
              <a:t>[0] &gt; 50: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a:t>
            </a:r>
            <a:r>
              <a:rPr kumimoji="0" lang="en-US" altLang="en-US" sz="800" b="0" i="0" u="none" strike="noStrike" cap="none" normalizeH="0" baseline="0" err="1">
                <a:ln>
                  <a:noFill/>
                </a:ln>
                <a:solidFill>
                  <a:schemeClr val="tx1"/>
                </a:solidFill>
                <a:effectLst/>
                <a:latin typeface="Arial" panose="020B0604020202020204" pitchFamily="34" charset="0"/>
              </a:rPr>
              <a:t>f"Selected</a:t>
            </a:r>
            <a:r>
              <a:rPr kumimoji="0" lang="en-US" altLang="en-US" sz="800" b="0" i="0" u="none" strike="noStrike" cap="none" normalizeH="0" baseline="0">
                <a:ln>
                  <a:noFill/>
                </a:ln>
                <a:solidFill>
                  <a:schemeClr val="tx1"/>
                </a:solidFill>
                <a:effectLst/>
                <a:latin typeface="Arial" panose="020B0604020202020204" pitchFamily="34" charset="0"/>
              </a:rPr>
              <a:t> table index: {i}")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return table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raise </a:t>
            </a:r>
            <a:r>
              <a:rPr kumimoji="0" lang="en-US" altLang="en-US" sz="800" b="0" i="0" u="none" strike="noStrike" cap="none" normalizeH="0" baseline="0" err="1">
                <a:ln>
                  <a:noFill/>
                </a:ln>
                <a:solidFill>
                  <a:schemeClr val="tx1"/>
                </a:solidFill>
                <a:effectLst/>
                <a:latin typeface="Arial" panose="020B0604020202020204" pitchFamily="34" charset="0"/>
              </a:rPr>
              <a:t>ValueError</a:t>
            </a:r>
            <a:r>
              <a:rPr kumimoji="0" lang="en-US" altLang="en-US" sz="800" b="0" i="0" u="none" strike="noStrike" cap="none" normalizeH="0" baseline="0">
                <a:ln>
                  <a:noFill/>
                </a:ln>
                <a:solidFill>
                  <a:schemeClr val="tx1"/>
                </a:solidFill>
                <a:effectLst/>
                <a:latin typeface="Arial" panose="020B0604020202020204" pitchFamily="34" charset="0"/>
              </a:rPr>
              <a:t>("Could not find the Performers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def </a:t>
            </a:r>
            <a:r>
              <a:rPr kumimoji="0" lang="en-US" altLang="en-US" sz="800" b="0" i="0" u="none" strike="noStrike" cap="none" normalizeH="0" baseline="0" err="1">
                <a:ln>
                  <a:noFill/>
                </a:ln>
                <a:solidFill>
                  <a:schemeClr val="tx1"/>
                </a:solidFill>
                <a:effectLst/>
                <a:latin typeface="Arial" panose="020B0604020202020204" pitchFamily="34" charset="0"/>
              </a:rPr>
              <a:t>extract_performers</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url</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print("Fetching HTML...")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html = </a:t>
            </a:r>
            <a:r>
              <a:rPr kumimoji="0" lang="en-US" altLang="en-US" sz="800" b="0" i="0" u="none" strike="noStrike" cap="none" normalizeH="0" baseline="0" err="1">
                <a:ln>
                  <a:noFill/>
                </a:ln>
                <a:solidFill>
                  <a:schemeClr val="tx1"/>
                </a:solidFill>
                <a:effectLst/>
                <a:latin typeface="Arial" panose="020B0604020202020204" pitchFamily="34" charset="0"/>
              </a:rPr>
              <a:t>get_html</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url</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print("Reading tables from HTML...")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tables = </a:t>
            </a:r>
            <a:r>
              <a:rPr kumimoji="0" lang="en-US" altLang="en-US" sz="800" b="0" i="0" u="none" strike="noStrike" cap="none" normalizeH="0" baseline="0" err="1">
                <a:ln>
                  <a:noFill/>
                </a:ln>
                <a:solidFill>
                  <a:schemeClr val="tx1"/>
                </a:solidFill>
                <a:effectLst/>
                <a:latin typeface="Arial" panose="020B0604020202020204" pitchFamily="34" charset="0"/>
              </a:rPr>
              <a:t>pd.read_html</a:t>
            </a:r>
            <a:r>
              <a:rPr kumimoji="0" lang="en-US" altLang="en-US" sz="800" b="0" i="0" u="none" strike="noStrike" cap="none" normalizeH="0" baseline="0">
                <a:ln>
                  <a:noFill/>
                </a:ln>
                <a:solidFill>
                  <a:schemeClr val="tx1"/>
                </a:solidFill>
                <a:effectLst/>
                <a:latin typeface="Arial" panose="020B0604020202020204" pitchFamily="34" charset="0"/>
              </a:rPr>
              <a:t>(html)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a:t>
            </a:r>
            <a:r>
              <a:rPr kumimoji="0" lang="en-US" altLang="en-US" sz="800" b="0" i="0" u="none" strike="noStrike" cap="none" normalizeH="0" baseline="0" err="1">
                <a:ln>
                  <a:noFill/>
                </a:ln>
                <a:solidFill>
                  <a:schemeClr val="tx1"/>
                </a:solidFill>
                <a:effectLst/>
                <a:latin typeface="Arial" panose="020B0604020202020204" pitchFamily="34" charset="0"/>
              </a:rPr>
              <a:t>f"Total</a:t>
            </a:r>
            <a:r>
              <a:rPr kumimoji="0" lang="en-US" altLang="en-US" sz="800" b="0" i="0" u="none" strike="noStrike" cap="none" normalizeH="0" baseline="0">
                <a:ln>
                  <a:noFill/>
                </a:ln>
                <a:solidFill>
                  <a:schemeClr val="tx1"/>
                </a:solidFill>
                <a:effectLst/>
                <a:latin typeface="Arial" panose="020B0604020202020204" pitchFamily="34" charset="0"/>
              </a:rPr>
              <a:t> tables found: {</a:t>
            </a:r>
            <a:r>
              <a:rPr kumimoji="0" lang="en-US" altLang="en-US" sz="800" b="0" i="0" u="none" strike="noStrike" cap="none" normalizeH="0" baseline="0" err="1">
                <a:ln>
                  <a:noFill/>
                </a:ln>
                <a:solidFill>
                  <a:schemeClr val="tx1"/>
                </a:solidFill>
                <a:effectLst/>
                <a:latin typeface="Arial" panose="020B0604020202020204" pitchFamily="34" charset="0"/>
              </a:rPr>
              <a:t>len</a:t>
            </a:r>
            <a:r>
              <a:rPr kumimoji="0" lang="en-US" altLang="en-US" sz="800" b="0" i="0" u="none" strike="noStrike" cap="none" normalizeH="0" baseline="0">
                <a:ln>
                  <a:noFill/>
                </a:ln>
                <a:solidFill>
                  <a:schemeClr val="tx1"/>
                </a:solidFill>
                <a:effectLst/>
                <a:latin typeface="Arial" panose="020B0604020202020204" pitchFamily="34" charset="0"/>
              </a:rPr>
              <a:t>(tables)}")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performers_df</a:t>
            </a:r>
            <a:r>
              <a:rPr kumimoji="0" lang="en-US" altLang="en-US" sz="800" b="0" i="0" u="none" strike="noStrike" cap="none" normalizeH="0" baseline="0">
                <a:ln>
                  <a:noFill/>
                </a:ln>
                <a:solidFill>
                  <a:schemeClr val="tx1"/>
                </a:solidFill>
                <a:effectLst/>
                <a:latin typeface="Arial" panose="020B0604020202020204" pitchFamily="34" charset="0"/>
              </a:rPr>
              <a:t> = </a:t>
            </a:r>
            <a:r>
              <a:rPr kumimoji="0" lang="en-US" altLang="en-US" sz="800" b="0" i="0" u="none" strike="noStrike" cap="none" normalizeH="0" baseline="0" err="1">
                <a:ln>
                  <a:noFill/>
                </a:ln>
                <a:solidFill>
                  <a:schemeClr val="tx1"/>
                </a:solidFill>
                <a:effectLst/>
                <a:latin typeface="Arial" panose="020B0604020202020204" pitchFamily="34" charset="0"/>
              </a:rPr>
              <a:t>find_performers_table</a:t>
            </a:r>
            <a:r>
              <a:rPr kumimoji="0" lang="en-US" altLang="en-US" sz="800" b="0" i="0" u="none" strike="noStrike" cap="none" normalizeH="0" baseline="0">
                <a:ln>
                  <a:noFill/>
                </a:ln>
                <a:solidFill>
                  <a:schemeClr val="tx1"/>
                </a:solidFill>
                <a:effectLst/>
                <a:latin typeface="Arial" panose="020B0604020202020204" pitchFamily="34" charset="0"/>
              </a:rPr>
              <a:t>(tables)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performers_df</a:t>
            </a:r>
            <a:r>
              <a:rPr kumimoji="0" lang="en-US" altLang="en-US" sz="800" b="0" i="0" u="none" strike="noStrike" cap="none" normalizeH="0" baseline="0">
                <a:ln>
                  <a:noFill/>
                </a:ln>
                <a:solidFill>
                  <a:schemeClr val="tx1"/>
                </a:solidFill>
                <a:effectLst/>
                <a:latin typeface="Arial" panose="020B0604020202020204" pitchFamily="34" charset="0"/>
              </a:rPr>
              <a:t> = </a:t>
            </a:r>
            <a:r>
              <a:rPr kumimoji="0" lang="en-US" altLang="en-US" sz="800" b="0" i="0" u="none" strike="noStrike" cap="none" normalizeH="0" baseline="0" err="1">
                <a:ln>
                  <a:noFill/>
                </a:ln>
                <a:solidFill>
                  <a:schemeClr val="tx1"/>
                </a:solidFill>
                <a:effectLst/>
                <a:latin typeface="Arial" panose="020B0604020202020204" pitchFamily="34" charset="0"/>
              </a:rPr>
              <a:t>remove_footnotes</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performers_df</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performers_df</a:t>
            </a:r>
            <a:r>
              <a:rPr kumimoji="0" lang="en-US" altLang="en-US" sz="800" b="0" i="0" u="none" strike="noStrike" cap="none" normalizeH="0" baseline="0">
                <a:ln>
                  <a:noFill/>
                </a:ln>
                <a:solidFill>
                  <a:schemeClr val="tx1"/>
                </a:solidFill>
                <a:effectLst/>
                <a:latin typeface="Arial" panose="020B0604020202020204" pitchFamily="34" charset="0"/>
              </a:rPr>
              <a:t> = </a:t>
            </a:r>
            <a:r>
              <a:rPr kumimoji="0" lang="en-US" altLang="en-US" sz="800" b="0" i="0" u="none" strike="noStrike" cap="none" normalizeH="0" baseline="0" err="1">
                <a:ln>
                  <a:noFill/>
                </a:ln>
                <a:solidFill>
                  <a:schemeClr val="tx1"/>
                </a:solidFill>
                <a:effectLst/>
                <a:latin typeface="Arial" panose="020B0604020202020204" pitchFamily="34" charset="0"/>
              </a:rPr>
              <a:t>clean_column_names</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performers_df</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performers_df</a:t>
            </a:r>
            <a:r>
              <a:rPr kumimoji="0" lang="en-US" altLang="en-US" sz="800" b="0" i="0" u="none" strike="noStrike" cap="none" normalizeH="0" baseline="0">
                <a:ln>
                  <a:noFill/>
                </a:ln>
                <a:solidFill>
                  <a:schemeClr val="tx1"/>
                </a:solidFill>
                <a:effectLst/>
                <a:latin typeface="Arial" panose="020B0604020202020204" pitchFamily="34" charset="0"/>
              </a:rPr>
              <a:t> = </a:t>
            </a:r>
            <a:r>
              <a:rPr kumimoji="0" lang="en-US" altLang="en-US" sz="800" b="0" i="0" u="none" strike="noStrike" cap="none" normalizeH="0" baseline="0" err="1">
                <a:ln>
                  <a:noFill/>
                </a:ln>
                <a:solidFill>
                  <a:schemeClr val="tx1"/>
                </a:solidFill>
                <a:effectLst/>
                <a:latin typeface="Arial" panose="020B0604020202020204" pitchFamily="34" charset="0"/>
              </a:rPr>
              <a:t>performers_df.applymap</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lambda x: </a:t>
            </a:r>
            <a:r>
              <a:rPr kumimoji="0" lang="en-US" altLang="en-US" sz="800" b="0" i="0" u="none" strike="noStrike" cap="none" normalizeH="0" baseline="0" err="1">
                <a:ln>
                  <a:noFill/>
                </a:ln>
                <a:solidFill>
                  <a:schemeClr val="tx1"/>
                </a:solidFill>
                <a:effectLst/>
                <a:latin typeface="Arial" panose="020B0604020202020204" pitchFamily="34" charset="0"/>
              </a:rPr>
              <a:t>x.strip</a:t>
            </a:r>
            <a:r>
              <a:rPr kumimoji="0" lang="en-US" altLang="en-US" sz="800" b="0" i="0" u="none" strike="noStrike" cap="none" normalizeH="0" baseline="0">
                <a:ln>
                  <a:noFill/>
                </a:ln>
                <a:solidFill>
                  <a:schemeClr val="tx1"/>
                </a:solidFill>
                <a:effectLst/>
                <a:latin typeface="Arial" panose="020B0604020202020204" pitchFamily="34" charset="0"/>
              </a:rPr>
              <a:t>() if </a:t>
            </a:r>
            <a:r>
              <a:rPr kumimoji="0" lang="en-US" altLang="en-US" sz="800" b="0" i="0" u="none" strike="noStrike" cap="none" normalizeH="0" baseline="0" err="1">
                <a:ln>
                  <a:noFill/>
                </a:ln>
                <a:solidFill>
                  <a:schemeClr val="tx1"/>
                </a:solidFill>
                <a:effectLst/>
                <a:latin typeface="Arial" panose="020B0604020202020204" pitchFamily="34" charset="0"/>
              </a:rPr>
              <a:t>isinstance</a:t>
            </a:r>
            <a:r>
              <a:rPr kumimoji="0" lang="en-US" altLang="en-US" sz="800" b="0" i="0" u="none" strike="noStrike" cap="none" normalizeH="0" baseline="0">
                <a:ln>
                  <a:noFill/>
                </a:ln>
                <a:solidFill>
                  <a:schemeClr val="tx1"/>
                </a:solidFill>
                <a:effectLst/>
                <a:latin typeface="Arial" panose="020B0604020202020204" pitchFamily="34" charset="0"/>
              </a:rPr>
              <a:t>(x, str) else 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performers_df</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extraction_date</a:t>
            </a:r>
            <a:r>
              <a:rPr kumimoji="0" lang="en-US" altLang="en-US" sz="800" b="0" i="0" u="none" strike="noStrike" cap="none" normalizeH="0" baseline="0">
                <a:ln>
                  <a:noFill/>
                </a:ln>
                <a:solidFill>
                  <a:schemeClr val="tx1"/>
                </a:solidFill>
                <a:effectLst/>
                <a:latin typeface="Arial" panose="020B0604020202020204" pitchFamily="34" charset="0"/>
              </a:rPr>
              <a:t>"] = </a:t>
            </a:r>
            <a:r>
              <a:rPr kumimoji="0" lang="en-US" altLang="en-US" sz="800" b="0" i="0" u="none" strike="noStrike" cap="none" normalizeH="0" baseline="0" err="1">
                <a:ln>
                  <a:noFill/>
                </a:ln>
                <a:solidFill>
                  <a:schemeClr val="tx1"/>
                </a:solidFill>
                <a:effectLst/>
                <a:latin typeface="Arial" panose="020B0604020202020204" pitchFamily="34" charset="0"/>
              </a:rPr>
              <a:t>datetime.today</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strftime</a:t>
            </a:r>
            <a:r>
              <a:rPr kumimoji="0" lang="en-US" altLang="en-US" sz="800" b="0" i="0" u="none" strike="noStrike" cap="none" normalizeH="0" baseline="0">
                <a:ln>
                  <a:noFill/>
                </a:ln>
                <a:solidFill>
                  <a:schemeClr val="tx1"/>
                </a:solidFill>
                <a:effectLst/>
                <a:latin typeface="Arial" panose="020B0604020202020204" pitchFamily="34" charset="0"/>
              </a:rPr>
              <a:t>("%Y-%m-%d")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return </a:t>
            </a:r>
            <a:r>
              <a:rPr kumimoji="0" lang="en-US" altLang="en-US" sz="800" b="0" i="0" u="none" strike="noStrike" cap="none" normalizeH="0" baseline="0" err="1">
                <a:ln>
                  <a:noFill/>
                </a:ln>
                <a:solidFill>
                  <a:schemeClr val="tx1"/>
                </a:solidFill>
                <a:effectLst/>
                <a:latin typeface="Arial" panose="020B0604020202020204" pitchFamily="34" charset="0"/>
              </a:rPr>
              <a:t>performers_df</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latin typeface="Arial" panose="020B0604020202020204" pitchFamily="34" charset="0"/>
              </a:rPr>
            </a:br>
            <a:br>
              <a:rPr kumimoji="0" lang="en-US" altLang="en-US" sz="800" b="0" i="0" u="none" strike="noStrike" cap="none" normalizeH="0" baseline="0">
                <a:ln>
                  <a:noFill/>
                </a:ln>
                <a:solidFill>
                  <a:schemeClr val="tx1"/>
                </a:solidFill>
                <a:effectLst/>
                <a:latin typeface="Arial" panose="020B0604020202020204" pitchFamily="34" charset="0"/>
              </a:rPr>
            </a:b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def main():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df</a:t>
            </a:r>
            <a:r>
              <a:rPr kumimoji="0" lang="en-US" altLang="en-US" sz="800" b="0" i="0" u="none" strike="noStrike" cap="none" normalizeH="0" baseline="0">
                <a:ln>
                  <a:noFill/>
                </a:ln>
                <a:solidFill>
                  <a:schemeClr val="tx1"/>
                </a:solidFill>
                <a:effectLst/>
                <a:latin typeface="Arial" panose="020B0604020202020204" pitchFamily="34" charset="0"/>
              </a:rPr>
              <a:t> = </a:t>
            </a:r>
            <a:r>
              <a:rPr kumimoji="0" lang="en-US" altLang="en-US" sz="800" b="0" i="0" u="none" strike="noStrike" cap="none" normalizeH="0" baseline="0" err="1">
                <a:ln>
                  <a:noFill/>
                </a:ln>
                <a:solidFill>
                  <a:schemeClr val="tx1"/>
                </a:solidFill>
                <a:effectLst/>
                <a:latin typeface="Arial" panose="020B0604020202020204" pitchFamily="34" charset="0"/>
              </a:rPr>
              <a:t>extract_performers</a:t>
            </a:r>
            <a:r>
              <a:rPr kumimoji="0" lang="en-US" altLang="en-US" sz="800" b="0" i="0" u="none" strike="noStrike" cap="none" normalizeH="0" baseline="0">
                <a:ln>
                  <a:noFill/>
                </a:ln>
                <a:solidFill>
                  <a:schemeClr val="tx1"/>
                </a:solidFill>
                <a:effectLst/>
                <a:latin typeface="Arial" panose="020B0604020202020204" pitchFamily="34" charset="0"/>
              </a:rPr>
              <a:t>(URL)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output_file</a:t>
            </a:r>
            <a:r>
              <a:rPr kumimoji="0" lang="en-US" altLang="en-US" sz="800" b="0" i="0" u="none" strike="noStrike" cap="none" normalizeH="0" baseline="0">
                <a:ln>
                  <a:noFill/>
                </a:ln>
                <a:solidFill>
                  <a:schemeClr val="tx1"/>
                </a:solidFill>
                <a:effectLst/>
                <a:latin typeface="Arial" panose="020B0604020202020204" pitchFamily="34" charset="0"/>
              </a:rPr>
              <a:t> = "rock_hall_performers.csv"</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a:t>
            </a:r>
            <a:r>
              <a:rPr kumimoji="0" lang="en-US" altLang="en-US" sz="800" b="0" i="0" u="none" strike="noStrike" cap="none" normalizeH="0" baseline="0" err="1">
                <a:ln>
                  <a:noFill/>
                </a:ln>
                <a:solidFill>
                  <a:schemeClr val="tx1"/>
                </a:solidFill>
                <a:effectLst/>
                <a:latin typeface="Arial" panose="020B0604020202020204" pitchFamily="34" charset="0"/>
              </a:rPr>
              <a:t>df.to_csv</a:t>
            </a:r>
            <a:r>
              <a:rPr kumimoji="0" lang="en-US" altLang="en-US" sz="800" b="0" i="0" u="none" strike="noStrike" cap="none" normalizeH="0" baseline="0">
                <a:ln>
                  <a:noFill/>
                </a:ln>
                <a:solidFill>
                  <a:schemeClr val="tx1"/>
                </a:solidFill>
                <a:effectLst/>
                <a:latin typeface="Arial" panose="020B0604020202020204" pitchFamily="34" charset="0"/>
              </a:rPr>
              <a:t>(</a:t>
            </a:r>
            <a:r>
              <a:rPr kumimoji="0" lang="en-US" altLang="en-US" sz="800" b="0" i="0" u="none" strike="noStrike" cap="none" normalizeH="0" baseline="0" err="1">
                <a:ln>
                  <a:noFill/>
                </a:ln>
                <a:solidFill>
                  <a:schemeClr val="tx1"/>
                </a:solidFill>
                <a:effectLst/>
                <a:latin typeface="Arial" panose="020B0604020202020204" pitchFamily="34" charset="0"/>
              </a:rPr>
              <a:t>output_file</a:t>
            </a:r>
            <a:r>
              <a:rPr kumimoji="0" lang="en-US" altLang="en-US" sz="800" b="0" i="0" u="none" strike="noStrike" cap="none" normalizeH="0" baseline="0">
                <a:ln>
                  <a:noFill/>
                </a:ln>
                <a:solidFill>
                  <a:schemeClr val="tx1"/>
                </a:solidFill>
                <a:effectLst/>
                <a:latin typeface="Arial" panose="020B0604020202020204" pitchFamily="34" charset="0"/>
              </a:rPr>
              <a:t>, index=False)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print("\n✅ Extraction complete!")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a:t>
            </a:r>
            <a:r>
              <a:rPr kumimoji="0" lang="en-US" altLang="en-US" sz="800" b="0" i="0" u="none" strike="noStrike" cap="none" normalizeH="0" baseline="0" err="1">
                <a:ln>
                  <a:noFill/>
                </a:ln>
                <a:solidFill>
                  <a:schemeClr val="tx1"/>
                </a:solidFill>
                <a:effectLst/>
                <a:latin typeface="Arial" panose="020B0604020202020204" pitchFamily="34" charset="0"/>
              </a:rPr>
              <a:t>f"Saved</a:t>
            </a:r>
            <a:r>
              <a:rPr kumimoji="0" lang="en-US" altLang="en-US" sz="800" b="0" i="0" u="none" strike="noStrike" cap="none" normalizeH="0" baseline="0">
                <a:ln>
                  <a:noFill/>
                </a:ln>
                <a:solidFill>
                  <a:schemeClr val="tx1"/>
                </a:solidFill>
                <a:effectLst/>
                <a:latin typeface="Arial" panose="020B0604020202020204" pitchFamily="34" charset="0"/>
              </a:rPr>
              <a:t> to: {</a:t>
            </a:r>
            <a:r>
              <a:rPr kumimoji="0" lang="en-US" altLang="en-US" sz="800" b="0" i="0" u="none" strike="noStrike" cap="none" normalizeH="0" baseline="0" err="1">
                <a:ln>
                  <a:noFill/>
                </a:ln>
                <a:solidFill>
                  <a:schemeClr val="tx1"/>
                </a:solidFill>
                <a:effectLst/>
                <a:latin typeface="Arial" panose="020B0604020202020204" pitchFamily="34" charset="0"/>
              </a:rPr>
              <a:t>output_file</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a:t>
            </a:r>
            <a:r>
              <a:rPr kumimoji="0" lang="en-US" altLang="en-US" sz="800" b="0" i="0" u="none" strike="noStrike" cap="none" normalizeH="0" baseline="0" err="1">
                <a:ln>
                  <a:noFill/>
                </a:ln>
                <a:solidFill>
                  <a:schemeClr val="tx1"/>
                </a:solidFill>
                <a:effectLst/>
                <a:latin typeface="Arial" panose="020B0604020202020204" pitchFamily="34" charset="0"/>
              </a:rPr>
              <a:t>nPreview</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a:t>
            </a:r>
            <a:r>
              <a:rPr kumimoji="0" lang="en-US" altLang="en-US" sz="800" b="0" i="0" u="none" strike="noStrike" cap="none" normalizeH="0" baseline="0" err="1">
                <a:ln>
                  <a:noFill/>
                </a:ln>
                <a:solidFill>
                  <a:schemeClr val="tx1"/>
                </a:solidFill>
                <a:effectLst/>
                <a:latin typeface="Arial" panose="020B0604020202020204" pitchFamily="34" charset="0"/>
              </a:rPr>
              <a:t>df.head</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a:t>
            </a:r>
            <a:r>
              <a:rPr kumimoji="0" lang="en-US" altLang="en-US" sz="800" b="0" i="0" u="none" strike="noStrike" cap="none" normalizeH="0" baseline="0" err="1">
                <a:ln>
                  <a:noFill/>
                </a:ln>
                <a:solidFill>
                  <a:schemeClr val="tx1"/>
                </a:solidFill>
                <a:effectLst/>
                <a:latin typeface="Arial" panose="020B0604020202020204" pitchFamily="34" charset="0"/>
              </a:rPr>
              <a:t>nShape</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print(</a:t>
            </a:r>
            <a:r>
              <a:rPr kumimoji="0" lang="en-US" altLang="en-US" sz="800" b="0" i="0" u="none" strike="noStrike" cap="none" normalizeH="0" baseline="0" err="1">
                <a:ln>
                  <a:noFill/>
                </a:ln>
                <a:solidFill>
                  <a:schemeClr val="tx1"/>
                </a:solidFill>
                <a:effectLst/>
                <a:latin typeface="Arial" panose="020B0604020202020204" pitchFamily="34" charset="0"/>
              </a:rPr>
              <a:t>df.shape</a:t>
            </a:r>
            <a:r>
              <a:rPr kumimoji="0" lang="en-US" altLang="en-US" sz="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if __name__ == "__main__":</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    main()</a:t>
            </a:r>
          </a:p>
        </p:txBody>
      </p:sp>
      <p:pic>
        <p:nvPicPr>
          <p:cNvPr id="6" name="Picture 5">
            <a:extLst>
              <a:ext uri="{FF2B5EF4-FFF2-40B4-BE49-F238E27FC236}">
                <a16:creationId xmlns:a16="http://schemas.microsoft.com/office/drawing/2014/main" id="{1192C214-102F-C4E8-3460-A871AC215B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386" y="422217"/>
            <a:ext cx="558927" cy="508116"/>
          </a:xfrm>
          <a:prstGeom prst="rect">
            <a:avLst/>
          </a:prstGeom>
        </p:spPr>
      </p:pic>
    </p:spTree>
    <p:extLst>
      <p:ext uri="{BB962C8B-B14F-4D97-AF65-F5344CB8AC3E}">
        <p14:creationId xmlns:p14="http://schemas.microsoft.com/office/powerpoint/2010/main" val="14353712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74845-C75E-5D1B-631D-989A4F5903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07B1D6-1135-05FF-79C4-0829BD6CBC77}"/>
              </a:ext>
            </a:extLst>
          </p:cNvPr>
          <p:cNvSpPr>
            <a:spLocks noGrp="1"/>
          </p:cNvSpPr>
          <p:nvPr>
            <p:ph type="sldNum" sz="quarter" idx="12"/>
          </p:nvPr>
        </p:nvSpPr>
        <p:spPr/>
        <p:txBody>
          <a:bodyPr/>
          <a:lstStyle/>
          <a:p>
            <a:fld id="{DFA4CD3D-26C8-47FF-8D13-9B32BAAB4735}" type="slidenum">
              <a:rPr lang="en-US" smtClean="0"/>
              <a:t>118</a:t>
            </a:fld>
            <a:endParaRPr lang="en-US"/>
          </a:p>
        </p:txBody>
      </p:sp>
      <p:sp>
        <p:nvSpPr>
          <p:cNvPr id="3" name="Flowchart: Alternate Process 2">
            <a:extLst>
              <a:ext uri="{FF2B5EF4-FFF2-40B4-BE49-F238E27FC236}">
                <a16:creationId xmlns:a16="http://schemas.microsoft.com/office/drawing/2014/main" id="{8FA7EA64-5027-463B-C11A-C256DA020DDD}"/>
              </a:ext>
            </a:extLst>
          </p:cNvPr>
          <p:cNvSpPr/>
          <p:nvPr/>
        </p:nvSpPr>
        <p:spPr>
          <a:xfrm>
            <a:off x="396873" y="361950"/>
            <a:ext cx="11053482" cy="3667125"/>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import requests</a:t>
            </a:r>
          </a:p>
          <a:p>
            <a:r>
              <a:rPr lang="en-US">
                <a:solidFill>
                  <a:schemeClr val="tx1"/>
                </a:solidFill>
                <a:latin typeface="Courier New" panose="02070309020205020404" pitchFamily="49" charset="0"/>
                <a:cs typeface="Courier New" panose="02070309020205020404" pitchFamily="49" charset="0"/>
              </a:rPr>
              <a:t>import pandas as pd</a:t>
            </a:r>
          </a:p>
          <a:p>
            <a:r>
              <a:rPr lang="en-US">
                <a:solidFill>
                  <a:schemeClr val="tx1"/>
                </a:solidFill>
                <a:latin typeface="Courier New" panose="02070309020205020404" pitchFamily="49" charset="0"/>
                <a:cs typeface="Courier New" panose="02070309020205020404" pitchFamily="49" charset="0"/>
              </a:rPr>
              <a:t>from io import </a:t>
            </a:r>
            <a:r>
              <a:rPr lang="en-US" err="1">
                <a:solidFill>
                  <a:schemeClr val="tx1"/>
                </a:solidFill>
                <a:latin typeface="Courier New" panose="02070309020205020404" pitchFamily="49" charset="0"/>
                <a:cs typeface="Courier New" panose="02070309020205020404" pitchFamily="49" charset="0"/>
              </a:rPr>
              <a:t>StringIO</a:t>
            </a:r>
            <a:endParaRPr lang="en-US">
              <a:solidFill>
                <a:schemeClr val="tx1"/>
              </a:solidFill>
              <a:latin typeface="Courier New" panose="02070309020205020404" pitchFamily="49" charset="0"/>
              <a:cs typeface="Courier New" panose="02070309020205020404" pitchFamily="49" charset="0"/>
            </a:endParaRPr>
          </a:p>
          <a:p>
            <a:endParaRPr lang="en-US">
              <a:solidFill>
                <a:schemeClr val="tx1"/>
              </a:solidFill>
              <a:latin typeface="Courier New" panose="02070309020205020404" pitchFamily="49" charset="0"/>
              <a:cs typeface="Courier New" panose="02070309020205020404" pitchFamily="49" charset="0"/>
            </a:endParaRPr>
          </a:p>
          <a:p>
            <a:pPr marL="457200" indent="-457200"/>
            <a:r>
              <a:rPr lang="en-US" err="1">
                <a:solidFill>
                  <a:schemeClr val="tx1"/>
                </a:solidFill>
                <a:latin typeface="Courier New" panose="02070309020205020404" pitchFamily="49" charset="0"/>
                <a:cs typeface="Courier New" panose="02070309020205020404" pitchFamily="49" charset="0"/>
              </a:rPr>
              <a:t>url</a:t>
            </a:r>
            <a:r>
              <a:rPr lang="en-US">
                <a:solidFill>
                  <a:schemeClr val="tx1"/>
                </a:solidFill>
                <a:latin typeface="Courier New" panose="02070309020205020404" pitchFamily="49" charset="0"/>
                <a:cs typeface="Courier New" panose="02070309020205020404" pitchFamily="49" charset="0"/>
              </a:rPr>
              <a:t>='</a:t>
            </a:r>
            <a:r>
              <a:rPr lang="en-US">
                <a:solidFill>
                  <a:srgbClr val="00B050"/>
                </a:solidFill>
                <a:latin typeface="Courier New" panose="02070309020205020404" pitchFamily="49" charset="0"/>
                <a:cs typeface="Courier New" panose="02070309020205020404" pitchFamily="49" charset="0"/>
              </a:rPr>
              <a:t>https://en.wikipedia.org/wiki/</a:t>
            </a:r>
            <a:r>
              <a:rPr lang="en-US" err="1">
                <a:solidFill>
                  <a:srgbClr val="00B050"/>
                </a:solidFill>
                <a:latin typeface="Courier New" panose="02070309020205020404" pitchFamily="49" charset="0"/>
                <a:cs typeface="Courier New" panose="02070309020205020404" pitchFamily="49" charset="0"/>
              </a:rPr>
              <a:t>List_of_Rock_and_Roll_Hall_of_Fame_inductees</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headers = {'</a:t>
            </a:r>
            <a:r>
              <a:rPr lang="en-US" err="1">
                <a:solidFill>
                  <a:srgbClr val="00B050"/>
                </a:solidFill>
                <a:latin typeface="Courier New" panose="02070309020205020404" pitchFamily="49" charset="0"/>
                <a:cs typeface="Courier New" panose="02070309020205020404" pitchFamily="49" charset="0"/>
              </a:rPr>
              <a:t>User-Agent</a:t>
            </a:r>
            <a:r>
              <a:rPr lang="en-US" err="1">
                <a:solidFill>
                  <a:schemeClr val="tx1"/>
                </a:solidFill>
                <a:latin typeface="Courier New" panose="02070309020205020404" pitchFamily="49" charset="0"/>
                <a:cs typeface="Courier New" panose="02070309020205020404" pitchFamily="49" charset="0"/>
              </a:rPr>
              <a:t>':</a:t>
            </a:r>
            <a:r>
              <a:rPr lang="en-US" err="1">
                <a:solidFill>
                  <a:srgbClr val="00B050"/>
                </a:solidFill>
                <a:latin typeface="Courier New" panose="02070309020205020404" pitchFamily="49" charset="0"/>
                <a:cs typeface="Courier New" panose="02070309020205020404" pitchFamily="49" charset="0"/>
              </a:rPr>
              <a:t>'Mozilla</a:t>
            </a:r>
            <a:r>
              <a:rPr lang="en-US">
                <a:solidFill>
                  <a:srgbClr val="00B050"/>
                </a:solidFill>
                <a:latin typeface="Courier New" panose="02070309020205020404" pitchFamily="49" charset="0"/>
                <a:cs typeface="Courier New" panose="02070309020205020404" pitchFamily="49" charset="0"/>
              </a:rPr>
              <a:t>/5.0</a:t>
            </a:r>
            <a:r>
              <a:rPr lang="en-US">
                <a:solidFill>
                  <a:schemeClr val="tx1"/>
                </a:solidFill>
                <a:latin typeface="Courier New" panose="02070309020205020404" pitchFamily="49" charset="0"/>
                <a:cs typeface="Courier New" panose="02070309020205020404" pitchFamily="49" charset="0"/>
              </a:rPr>
              <a:t>'}</a:t>
            </a:r>
          </a:p>
          <a:p>
            <a:pPr marL="457200" indent="-457200"/>
            <a:r>
              <a:rPr lang="en-US">
                <a:solidFill>
                  <a:schemeClr val="tx1"/>
                </a:solidFill>
                <a:latin typeface="Courier New" panose="02070309020205020404" pitchFamily="49" charset="0"/>
                <a:cs typeface="Courier New" panose="02070309020205020404" pitchFamily="49" charset="0"/>
              </a:rPr>
              <a:t>response = </a:t>
            </a:r>
            <a:r>
              <a:rPr lang="en-US" err="1">
                <a:solidFill>
                  <a:schemeClr val="tx1"/>
                </a:solidFill>
                <a:latin typeface="Courier New" panose="02070309020205020404" pitchFamily="49" charset="0"/>
                <a:cs typeface="Courier New" panose="02070309020205020404" pitchFamily="49" charset="0"/>
              </a:rPr>
              <a:t>requests.get</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url</a:t>
            </a:r>
            <a:r>
              <a:rPr lang="en-US">
                <a:solidFill>
                  <a:schemeClr val="tx1"/>
                </a:solidFill>
                <a:latin typeface="Courier New" panose="02070309020205020404" pitchFamily="49" charset="0"/>
                <a:cs typeface="Courier New" panose="02070309020205020404" pitchFamily="49" charset="0"/>
              </a:rPr>
              <a:t>, headers=headers).text</a:t>
            </a:r>
          </a:p>
          <a:p>
            <a:pPr marL="457200" indent="-457200"/>
            <a:r>
              <a:rPr lang="en-US">
                <a:solidFill>
                  <a:schemeClr val="tx1"/>
                </a:solidFill>
                <a:latin typeface="Courier New" panose="02070309020205020404" pitchFamily="49" charset="0"/>
                <a:cs typeface="Courier New" panose="02070309020205020404" pitchFamily="49" charset="0"/>
              </a:rPr>
              <a:t>tables = </a:t>
            </a:r>
            <a:r>
              <a:rPr lang="en-US" err="1">
                <a:solidFill>
                  <a:schemeClr val="tx1"/>
                </a:solidFill>
                <a:latin typeface="Courier New" panose="02070309020205020404" pitchFamily="49" charset="0"/>
                <a:cs typeface="Courier New" panose="02070309020205020404" pitchFamily="49" charset="0"/>
              </a:rPr>
              <a:t>pd.read_html</a:t>
            </a:r>
            <a:r>
              <a:rPr lang="en-US">
                <a:solidFill>
                  <a:schemeClr val="tx1"/>
                </a:solidFill>
                <a:latin typeface="Courier New" panose="02070309020205020404" pitchFamily="49" charset="0"/>
                <a:cs typeface="Courier New" panose="02070309020205020404" pitchFamily="49" charset="0"/>
              </a:rPr>
              <a:t>(</a:t>
            </a:r>
            <a:r>
              <a:rPr lang="en-US" err="1">
                <a:solidFill>
                  <a:schemeClr val="tx1"/>
                </a:solidFill>
                <a:latin typeface="Courier New" panose="02070309020205020404" pitchFamily="49" charset="0"/>
                <a:cs typeface="Courier New" panose="02070309020205020404" pitchFamily="49" charset="0"/>
              </a:rPr>
              <a:t>StringIO</a:t>
            </a:r>
            <a:r>
              <a:rPr lang="en-US">
                <a:solidFill>
                  <a:schemeClr val="tx1"/>
                </a:solidFill>
                <a:latin typeface="Courier New" panose="02070309020205020404" pitchFamily="49" charset="0"/>
                <a:cs typeface="Courier New" panose="02070309020205020404" pitchFamily="49" charset="0"/>
              </a:rPr>
              <a:t>(response))</a:t>
            </a:r>
          </a:p>
          <a:p>
            <a:pPr marL="457200" indent="-457200"/>
            <a:r>
              <a:rPr lang="en-US">
                <a:solidFill>
                  <a:schemeClr val="tx1"/>
                </a:solidFill>
                <a:latin typeface="Courier New" panose="02070309020205020404" pitchFamily="49" charset="0"/>
                <a:cs typeface="Courier New" panose="02070309020205020404" pitchFamily="49" charset="0"/>
              </a:rPr>
              <a:t>performers = tables[0]</a:t>
            </a:r>
          </a:p>
        </p:txBody>
      </p:sp>
    </p:spTree>
    <p:extLst>
      <p:ext uri="{BB962C8B-B14F-4D97-AF65-F5344CB8AC3E}">
        <p14:creationId xmlns:p14="http://schemas.microsoft.com/office/powerpoint/2010/main" val="427178263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341F54-2A85-2EBF-5A4D-E7BE583EAF9D}"/>
              </a:ext>
            </a:extLst>
          </p:cNvPr>
          <p:cNvSpPr>
            <a:spLocks noGrp="1"/>
          </p:cNvSpPr>
          <p:nvPr>
            <p:ph type="sldNum" sz="quarter" idx="12"/>
          </p:nvPr>
        </p:nvSpPr>
        <p:spPr/>
        <p:txBody>
          <a:bodyPr/>
          <a:lstStyle/>
          <a:p>
            <a:fld id="{DFA4CD3D-26C8-47FF-8D13-9B32BAAB4735}" type="slidenum">
              <a:rPr lang="en-US" smtClean="0"/>
              <a:t>119</a:t>
            </a:fld>
            <a:endParaRPr lang="en-US"/>
          </a:p>
        </p:txBody>
      </p:sp>
      <p:sp>
        <p:nvSpPr>
          <p:cNvPr id="3" name="Title 2">
            <a:extLst>
              <a:ext uri="{FF2B5EF4-FFF2-40B4-BE49-F238E27FC236}">
                <a16:creationId xmlns:a16="http://schemas.microsoft.com/office/drawing/2014/main" id="{08338F25-1195-B5F9-039D-5A81BB8B58B5}"/>
              </a:ext>
            </a:extLst>
          </p:cNvPr>
          <p:cNvSpPr>
            <a:spLocks noGrp="1"/>
          </p:cNvSpPr>
          <p:nvPr>
            <p:ph type="title"/>
          </p:nvPr>
        </p:nvSpPr>
        <p:spPr/>
        <p:txBody>
          <a:bodyPr/>
          <a:lstStyle/>
          <a:p>
            <a:r>
              <a:rPr lang="en-US"/>
              <a:t>Problem decomposition</a:t>
            </a:r>
          </a:p>
        </p:txBody>
      </p:sp>
      <p:sp>
        <p:nvSpPr>
          <p:cNvPr id="5" name="Content Placeholder 4">
            <a:extLst>
              <a:ext uri="{FF2B5EF4-FFF2-40B4-BE49-F238E27FC236}">
                <a16:creationId xmlns:a16="http://schemas.microsoft.com/office/drawing/2014/main" id="{3C231875-E367-8A50-B3BA-BB6A1079D4E4}"/>
              </a:ext>
            </a:extLst>
          </p:cNvPr>
          <p:cNvSpPr>
            <a:spLocks noGrp="1"/>
          </p:cNvSpPr>
          <p:nvPr>
            <p:ph idx="1"/>
          </p:nvPr>
        </p:nvSpPr>
        <p:spPr/>
        <p:txBody>
          <a:bodyPr/>
          <a:lstStyle/>
          <a:p>
            <a:r>
              <a:rPr lang="en-US" b="1"/>
              <a:t>Task 2: Assemble discographies for 2-3 of your favorite artists on the Performers List</a:t>
            </a:r>
          </a:p>
          <a:p>
            <a:pPr marL="457200" indent="-457200">
              <a:buFont typeface="+mj-lt"/>
              <a:buAutoNum type="arabicPeriod"/>
            </a:pPr>
            <a:r>
              <a:rPr lang="en-US" err="1"/>
              <a:t>baseURL</a:t>
            </a:r>
            <a:r>
              <a:rPr lang="en-US"/>
              <a:t>='https://en.wikipedia.org/wiki/'</a:t>
            </a:r>
          </a:p>
          <a:p>
            <a:pPr marL="457200" indent="-457200">
              <a:buFont typeface="+mj-lt"/>
              <a:buAutoNum type="arabicPeriod"/>
            </a:pPr>
            <a:r>
              <a:rPr lang="en-US"/>
              <a:t>artists = ['Cyndi_Lauper_discography','Joe_Cocker_discography','The_White_Stripes_discography']</a:t>
            </a:r>
          </a:p>
          <a:p>
            <a:pPr marL="457200" indent="-457200">
              <a:buFont typeface="+mj-lt"/>
              <a:buAutoNum type="arabicPeriod"/>
            </a:pPr>
            <a:r>
              <a:rPr lang="en-US"/>
              <a:t>Iterate through the selected artists Wikipedia discography pages, extract all tables, and assign each table a meaningful name based on the preceding HTML header.</a:t>
            </a:r>
          </a:p>
        </p:txBody>
      </p:sp>
    </p:spTree>
    <p:extLst>
      <p:ext uri="{BB962C8B-B14F-4D97-AF65-F5344CB8AC3E}">
        <p14:creationId xmlns:p14="http://schemas.microsoft.com/office/powerpoint/2010/main" val="283948162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3A8743-F1E9-D373-A20C-9B71BF3A28CF}"/>
              </a:ext>
            </a:extLst>
          </p:cNvPr>
          <p:cNvSpPr>
            <a:spLocks noGrp="1"/>
          </p:cNvSpPr>
          <p:nvPr>
            <p:ph type="sldNum" sz="quarter" idx="12"/>
          </p:nvPr>
        </p:nvSpPr>
        <p:spPr/>
        <p:txBody>
          <a:bodyPr/>
          <a:lstStyle/>
          <a:p>
            <a:fld id="{DFA4CD3D-26C8-47FF-8D13-9B32BAAB4735}" type="slidenum">
              <a:rPr lang="en-US" smtClean="0"/>
              <a:t>120</a:t>
            </a:fld>
            <a:endParaRPr lang="en-US"/>
          </a:p>
        </p:txBody>
      </p:sp>
      <p:sp>
        <p:nvSpPr>
          <p:cNvPr id="3" name="Title 2">
            <a:extLst>
              <a:ext uri="{FF2B5EF4-FFF2-40B4-BE49-F238E27FC236}">
                <a16:creationId xmlns:a16="http://schemas.microsoft.com/office/drawing/2014/main" id="{EC8F3396-78B3-CF48-B2D1-0A83BE773E08}"/>
              </a:ext>
            </a:extLst>
          </p:cNvPr>
          <p:cNvSpPr>
            <a:spLocks noGrp="1"/>
          </p:cNvSpPr>
          <p:nvPr>
            <p:ph type="title"/>
          </p:nvPr>
        </p:nvSpPr>
        <p:spPr/>
        <p:txBody>
          <a:bodyPr/>
          <a:lstStyle/>
          <a:p>
            <a:r>
              <a:rPr lang="en-US" err="1"/>
              <a:t>os</a:t>
            </a:r>
            <a:r>
              <a:rPr lang="en-US"/>
              <a:t> module</a:t>
            </a:r>
          </a:p>
        </p:txBody>
      </p:sp>
      <p:sp>
        <p:nvSpPr>
          <p:cNvPr id="5" name="Content Placeholder 4">
            <a:extLst>
              <a:ext uri="{FF2B5EF4-FFF2-40B4-BE49-F238E27FC236}">
                <a16:creationId xmlns:a16="http://schemas.microsoft.com/office/drawing/2014/main" id="{2480CC3B-06B5-A397-43BC-DF4758E2873A}"/>
              </a:ext>
            </a:extLst>
          </p:cNvPr>
          <p:cNvSpPr>
            <a:spLocks noGrp="1"/>
          </p:cNvSpPr>
          <p:nvPr>
            <p:ph idx="1"/>
          </p:nvPr>
        </p:nvSpPr>
        <p:spPr/>
        <p:txBody>
          <a:bodyPr/>
          <a:lstStyle/>
          <a:p>
            <a:r>
              <a:rPr lang="en-US"/>
              <a:t>The </a:t>
            </a:r>
            <a:r>
              <a:rPr lang="en-US" b="1" err="1">
                <a:solidFill>
                  <a:srgbClr val="7030A0"/>
                </a:solidFill>
              </a:rPr>
              <a:t>os</a:t>
            </a:r>
            <a:r>
              <a:rPr lang="en-US"/>
              <a:t> module tells Python where to find and save files.</a:t>
            </a:r>
          </a:p>
          <a:p>
            <a:r>
              <a:rPr lang="en-US" b="1" err="1"/>
              <a:t>os.mkdir</a:t>
            </a:r>
            <a:r>
              <a:rPr lang="en-US" b="1"/>
              <a:t>('path')</a:t>
            </a:r>
          </a:p>
          <a:p>
            <a:r>
              <a:rPr lang="en-US"/>
              <a:t>Makes a directory in your project folder or another folder your specify. If a directory by the same name already exists in the path specified, </a:t>
            </a:r>
            <a:r>
              <a:rPr lang="en-US" err="1"/>
              <a:t>os.mkdir</a:t>
            </a:r>
            <a:r>
              <a:rPr lang="en-US"/>
              <a:t> will raise an </a:t>
            </a:r>
            <a:r>
              <a:rPr lang="en-US" err="1"/>
              <a:t>OSError</a:t>
            </a:r>
            <a:r>
              <a:rPr lang="en-US"/>
              <a:t>. Use a try-except block to handle the error.</a:t>
            </a:r>
          </a:p>
        </p:txBody>
      </p:sp>
    </p:spTree>
    <p:extLst>
      <p:ext uri="{BB962C8B-B14F-4D97-AF65-F5344CB8AC3E}">
        <p14:creationId xmlns:p14="http://schemas.microsoft.com/office/powerpoint/2010/main" val="37702628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E9A55-28E0-2B5F-4DBE-7DC22E7EA44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FAC197-B95C-6CA0-95B0-6E06F48CBD18}"/>
              </a:ext>
            </a:extLst>
          </p:cNvPr>
          <p:cNvSpPr>
            <a:spLocks noGrp="1"/>
          </p:cNvSpPr>
          <p:nvPr>
            <p:ph type="sldNum" sz="quarter" idx="12"/>
          </p:nvPr>
        </p:nvSpPr>
        <p:spPr/>
        <p:txBody>
          <a:bodyPr/>
          <a:lstStyle/>
          <a:p>
            <a:fld id="{DFA4CD3D-26C8-47FF-8D13-9B32BAAB4735}" type="slidenum">
              <a:rPr lang="en-US" smtClean="0"/>
              <a:t>121</a:t>
            </a:fld>
            <a:endParaRPr lang="en-US"/>
          </a:p>
        </p:txBody>
      </p:sp>
      <p:sp>
        <p:nvSpPr>
          <p:cNvPr id="3" name="Flowchart: Alternate Process 2">
            <a:extLst>
              <a:ext uri="{FF2B5EF4-FFF2-40B4-BE49-F238E27FC236}">
                <a16:creationId xmlns:a16="http://schemas.microsoft.com/office/drawing/2014/main" id="{4E2FDD1B-D777-8E8F-7147-F3BA47CB6939}"/>
              </a:ext>
            </a:extLst>
          </p:cNvPr>
          <p:cNvSpPr/>
          <p:nvPr/>
        </p:nvSpPr>
        <p:spPr>
          <a:xfrm>
            <a:off x="396873" y="361950"/>
            <a:ext cx="11053482" cy="3667125"/>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ourier New" panose="02070309020205020404" pitchFamily="49" charset="0"/>
                <a:cs typeface="Courier New" panose="02070309020205020404" pitchFamily="49" charset="0"/>
              </a:rPr>
              <a:t>import </a:t>
            </a:r>
            <a:r>
              <a:rPr lang="en-US" err="1">
                <a:solidFill>
                  <a:schemeClr val="tx1"/>
                </a:solidFill>
                <a:latin typeface="Courier New" panose="02070309020205020404" pitchFamily="49" charset="0"/>
                <a:cs typeface="Courier New" panose="02070309020205020404" pitchFamily="49" charset="0"/>
              </a:rPr>
              <a:t>os</a:t>
            </a:r>
            <a:endParaRPr lang="en-US">
              <a:solidFill>
                <a:schemeClr val="tx1"/>
              </a:solidFill>
              <a:latin typeface="Courier New" panose="02070309020205020404" pitchFamily="49" charset="0"/>
              <a:cs typeface="Courier New" panose="02070309020205020404" pitchFamily="49" charset="0"/>
            </a:endParaRPr>
          </a:p>
          <a:p>
            <a:r>
              <a:rPr lang="en-US">
                <a:solidFill>
                  <a:schemeClr val="tx1"/>
                </a:solidFill>
                <a:latin typeface="Courier New" panose="02070309020205020404" pitchFamily="49" charset="0"/>
                <a:cs typeface="Courier New" panose="02070309020205020404" pitchFamily="49" charset="0"/>
              </a:rPr>
              <a:t>artist = "</a:t>
            </a:r>
            <a:r>
              <a:rPr lang="en-US" err="1">
                <a:solidFill>
                  <a:srgbClr val="00B050"/>
                </a:solidFill>
                <a:latin typeface="Courier New" panose="02070309020205020404" pitchFamily="49" charset="0"/>
                <a:cs typeface="Courier New" panose="02070309020205020404" pitchFamily="49" charset="0"/>
              </a:rPr>
              <a:t>Cyndi_Lauper</a:t>
            </a:r>
            <a:r>
              <a:rPr lang="en-US">
                <a:solidFill>
                  <a:schemeClr val="tx1"/>
                </a:solidFill>
                <a:latin typeface="Courier New" panose="02070309020205020404" pitchFamily="49" charset="0"/>
                <a:cs typeface="Courier New" panose="02070309020205020404" pitchFamily="49" charset="0"/>
              </a:rPr>
              <a:t>"</a:t>
            </a:r>
          </a:p>
          <a:p>
            <a:endParaRPr lang="en-US">
              <a:solidFill>
                <a:schemeClr val="tx1"/>
              </a:solidFill>
              <a:latin typeface="Courier New" panose="02070309020205020404" pitchFamily="49" charset="0"/>
              <a:cs typeface="Courier New" panose="02070309020205020404" pitchFamily="49" charset="0"/>
            </a:endParaRPr>
          </a:p>
          <a:p>
            <a:r>
              <a:rPr lang="en-US" b="1">
                <a:solidFill>
                  <a:schemeClr val="tx1"/>
                </a:solidFill>
                <a:latin typeface="Courier New" panose="02070309020205020404" pitchFamily="49" charset="0"/>
                <a:cs typeface="Courier New" panose="02070309020205020404" pitchFamily="49" charset="0"/>
              </a:rPr>
              <a:t>try:</a:t>
            </a:r>
          </a:p>
          <a:p>
            <a:pPr marL="342900" indent="-342900"/>
            <a:r>
              <a:rPr lang="en-US" b="1">
                <a:solidFill>
                  <a:schemeClr val="tx1"/>
                </a:solidFill>
                <a:latin typeface="Courier New" panose="02070309020205020404" pitchFamily="49" charset="0"/>
                <a:cs typeface="Courier New" panose="02070309020205020404" pitchFamily="49" charset="0"/>
              </a:rPr>
              <a:t>	</a:t>
            </a:r>
            <a:r>
              <a:rPr lang="en-US" err="1">
                <a:solidFill>
                  <a:schemeClr val="tx1"/>
                </a:solidFill>
                <a:latin typeface="Courier New" panose="02070309020205020404" pitchFamily="49" charset="0"/>
                <a:cs typeface="Courier New" panose="02070309020205020404" pitchFamily="49" charset="0"/>
              </a:rPr>
              <a:t>os.mkdir</a:t>
            </a:r>
            <a:r>
              <a:rPr lang="en-US">
                <a:solidFill>
                  <a:schemeClr val="tx1"/>
                </a:solidFill>
                <a:latin typeface="Courier New" panose="02070309020205020404" pitchFamily="49" charset="0"/>
                <a:cs typeface="Courier New" panose="02070309020205020404" pitchFamily="49" charset="0"/>
              </a:rPr>
              <a:t>(artist)</a:t>
            </a:r>
          </a:p>
          <a:p>
            <a:pPr marL="342900" indent="-342900"/>
            <a:r>
              <a:rPr lang="en-US" b="1">
                <a:solidFill>
                  <a:schemeClr val="tx1"/>
                </a:solidFill>
                <a:latin typeface="Courier New" panose="02070309020205020404" pitchFamily="49" charset="0"/>
                <a:cs typeface="Courier New" panose="02070309020205020404" pitchFamily="49" charset="0"/>
              </a:rPr>
              <a:t>except:</a:t>
            </a:r>
            <a:endParaRPr lang="en-US">
              <a:solidFill>
                <a:schemeClr val="tx1"/>
              </a:solidFill>
              <a:latin typeface="Courier New" panose="02070309020205020404" pitchFamily="49" charset="0"/>
              <a:cs typeface="Courier New" panose="02070309020205020404" pitchFamily="49" charset="0"/>
            </a:endParaRPr>
          </a:p>
          <a:p>
            <a:pPr marL="342900" indent="-342900"/>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f"</a:t>
            </a:r>
            <a:r>
              <a:rPr lang="en-US" err="1">
                <a:solidFill>
                  <a:srgbClr val="00B050"/>
                </a:solidFill>
                <a:latin typeface="Courier New" panose="02070309020205020404" pitchFamily="49" charset="0"/>
                <a:cs typeface="Courier New" panose="02070309020205020404" pitchFamily="49" charset="0"/>
              </a:rPr>
              <a:t>Directory</a:t>
            </a:r>
            <a:r>
              <a:rPr lang="en-US">
                <a:solidFill>
                  <a:srgbClr val="00B050"/>
                </a:solidFill>
                <a:latin typeface="Courier New" panose="02070309020205020404" pitchFamily="49" charset="0"/>
                <a:cs typeface="Courier New" panose="02070309020205020404" pitchFamily="49" charset="0"/>
              </a:rPr>
              <a:t> for </a:t>
            </a:r>
            <a:r>
              <a:rPr lang="en-US">
                <a:solidFill>
                  <a:schemeClr val="tx1"/>
                </a:solidFill>
                <a:latin typeface="Courier New" panose="02070309020205020404" pitchFamily="49" charset="0"/>
                <a:cs typeface="Courier New" panose="02070309020205020404" pitchFamily="49" charset="0"/>
              </a:rPr>
              <a:t>{artist} </a:t>
            </a:r>
            <a:r>
              <a:rPr lang="en-US">
                <a:solidFill>
                  <a:srgbClr val="00B050"/>
                </a:solidFill>
                <a:latin typeface="Courier New" panose="02070309020205020404" pitchFamily="49" charset="0"/>
                <a:cs typeface="Courier New" panose="02070309020205020404" pitchFamily="49" charset="0"/>
              </a:rPr>
              <a:t>already exists</a:t>
            </a:r>
            <a:r>
              <a:rPr lang="en-US">
                <a:solidFill>
                  <a:schemeClr val="tx1"/>
                </a:solidFill>
                <a:latin typeface="Courier New" panose="02070309020205020404" pitchFamily="49" charset="0"/>
                <a:cs typeface="Courier New" panose="02070309020205020404" pitchFamily="49" charset="0"/>
              </a:rPr>
              <a:t>")</a:t>
            </a:r>
          </a:p>
          <a:p>
            <a:pPr marL="342900" indent="-342900"/>
            <a:r>
              <a:rPr lang="en-US" b="1">
                <a:solidFill>
                  <a:schemeClr val="tx1"/>
                </a:solidFill>
                <a:latin typeface="Courier New" panose="02070309020205020404" pitchFamily="49" charset="0"/>
                <a:cs typeface="Courier New" panose="02070309020205020404" pitchFamily="49" charset="0"/>
              </a:rPr>
              <a:t>except:</a:t>
            </a:r>
          </a:p>
          <a:p>
            <a:pPr marL="342900" indent="-342900"/>
            <a:r>
              <a:rPr lang="en-US" b="1">
                <a:solidFill>
                  <a:schemeClr val="tx1"/>
                </a:solidFill>
                <a:latin typeface="Courier New" panose="02070309020205020404" pitchFamily="49" charset="0"/>
                <a:cs typeface="Courier New" panose="02070309020205020404" pitchFamily="49" charset="0"/>
              </a:rPr>
              <a:t>	</a:t>
            </a:r>
            <a:r>
              <a:rPr lang="en-US">
                <a:solidFill>
                  <a:schemeClr val="tx1"/>
                </a:solidFill>
                <a:latin typeface="Courier New" panose="02070309020205020404" pitchFamily="49" charset="0"/>
                <a:cs typeface="Courier New" panose="02070309020205020404" pitchFamily="49" charset="0"/>
              </a:rPr>
              <a:t>print(</a:t>
            </a:r>
            <a:r>
              <a:rPr lang="en-US" err="1">
                <a:solidFill>
                  <a:schemeClr val="tx1"/>
                </a:solidFill>
                <a:latin typeface="Courier New" panose="02070309020205020404" pitchFamily="49" charset="0"/>
                <a:cs typeface="Courier New" panose="02070309020205020404" pitchFamily="49" charset="0"/>
              </a:rPr>
              <a:t>f"</a:t>
            </a:r>
            <a:r>
              <a:rPr lang="en-US" err="1">
                <a:solidFill>
                  <a:srgbClr val="00B050"/>
                </a:solidFill>
                <a:latin typeface="Courier New" panose="02070309020205020404" pitchFamily="49" charset="0"/>
                <a:cs typeface="Courier New" panose="02070309020205020404" pitchFamily="49" charset="0"/>
              </a:rPr>
              <a:t>An</a:t>
            </a:r>
            <a:r>
              <a:rPr lang="en-US">
                <a:solidFill>
                  <a:srgbClr val="00B050"/>
                </a:solidFill>
                <a:latin typeface="Courier New" panose="02070309020205020404" pitchFamily="49" charset="0"/>
                <a:cs typeface="Courier New" panose="02070309020205020404" pitchFamily="49" charset="0"/>
              </a:rPr>
              <a:t> error occurred: </a:t>
            </a:r>
            <a:r>
              <a:rPr lang="en-US">
                <a:solidFill>
                  <a:schemeClr val="tx1"/>
                </a:solidFill>
                <a:latin typeface="Courier New" panose="02070309020205020404" pitchFamily="49" charset="0"/>
                <a:cs typeface="Courier New" panose="02070309020205020404" pitchFamily="49" charset="0"/>
              </a:rPr>
              <a:t>{e}")</a:t>
            </a:r>
            <a:endParaRPr lang="en-US" b="1">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577781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F34AF-7411-160F-B4F3-87AE7ECD8B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932F44-E6AF-4684-91A5-74CE2AE9C94F}"/>
              </a:ext>
            </a:extLst>
          </p:cNvPr>
          <p:cNvSpPr>
            <a:spLocks noGrp="1"/>
          </p:cNvSpPr>
          <p:nvPr>
            <p:ph type="sldNum" sz="quarter" idx="12"/>
          </p:nvPr>
        </p:nvSpPr>
        <p:spPr/>
        <p:txBody>
          <a:bodyPr/>
          <a:lstStyle/>
          <a:p>
            <a:fld id="{DFA4CD3D-26C8-47FF-8D13-9B32BAAB4735}" type="slidenum">
              <a:rPr lang="en-US" smtClean="0"/>
              <a:t>122</a:t>
            </a:fld>
            <a:endParaRPr lang="en-US"/>
          </a:p>
        </p:txBody>
      </p:sp>
      <p:sp>
        <p:nvSpPr>
          <p:cNvPr id="3" name="Title 2">
            <a:extLst>
              <a:ext uri="{FF2B5EF4-FFF2-40B4-BE49-F238E27FC236}">
                <a16:creationId xmlns:a16="http://schemas.microsoft.com/office/drawing/2014/main" id="{3C3444DC-D78A-FEBA-958C-5413C306F607}"/>
              </a:ext>
            </a:extLst>
          </p:cNvPr>
          <p:cNvSpPr>
            <a:spLocks noGrp="1"/>
          </p:cNvSpPr>
          <p:nvPr>
            <p:ph type="title"/>
          </p:nvPr>
        </p:nvSpPr>
        <p:spPr/>
        <p:txBody>
          <a:bodyPr/>
          <a:lstStyle/>
          <a:p>
            <a:r>
              <a:rPr lang="en-US"/>
              <a:t>Problem decomposition</a:t>
            </a:r>
          </a:p>
        </p:txBody>
      </p:sp>
      <p:sp>
        <p:nvSpPr>
          <p:cNvPr id="5" name="Content Placeholder 4">
            <a:extLst>
              <a:ext uri="{FF2B5EF4-FFF2-40B4-BE49-F238E27FC236}">
                <a16:creationId xmlns:a16="http://schemas.microsoft.com/office/drawing/2014/main" id="{144B6CA4-EE16-5729-9C6E-3FE929C4033A}"/>
              </a:ext>
            </a:extLst>
          </p:cNvPr>
          <p:cNvSpPr>
            <a:spLocks noGrp="1"/>
          </p:cNvSpPr>
          <p:nvPr>
            <p:ph idx="1"/>
          </p:nvPr>
        </p:nvSpPr>
        <p:spPr/>
        <p:txBody>
          <a:bodyPr/>
          <a:lstStyle/>
          <a:p>
            <a:r>
              <a:rPr lang="en-US" b="1"/>
              <a:t>Task 3: Store discography tables for each artist in your project folder</a:t>
            </a:r>
          </a:p>
          <a:p>
            <a:pPr marL="457200" indent="-457200">
              <a:buFont typeface="+mj-lt"/>
              <a:buAutoNum type="arabicPeriod"/>
            </a:pPr>
            <a:r>
              <a:rPr lang="en-US"/>
              <a:t>Make a directory for each artist in my project folder</a:t>
            </a:r>
          </a:p>
          <a:p>
            <a:pPr marL="457200" indent="-457200">
              <a:buFont typeface="+mj-lt"/>
              <a:buAutoNum type="arabicPeriod"/>
            </a:pPr>
            <a:r>
              <a:rPr lang="en-US"/>
              <a:t>Save each table as a .csv</a:t>
            </a:r>
          </a:p>
          <a:p>
            <a:pPr marL="457200" indent="-457200">
              <a:buFont typeface="+mj-lt"/>
              <a:buAutoNum type="arabicPeriod"/>
            </a:pPr>
            <a:r>
              <a:rPr lang="en-US"/>
              <a:t>Handle duplicate table names safely(_1,_2, </a:t>
            </a:r>
            <a:r>
              <a:rPr lang="en-US" err="1"/>
              <a:t>etc</a:t>
            </a:r>
            <a:r>
              <a:rPr lang="en-US"/>
              <a:t>…)</a:t>
            </a:r>
          </a:p>
        </p:txBody>
      </p:sp>
    </p:spTree>
    <p:extLst>
      <p:ext uri="{BB962C8B-B14F-4D97-AF65-F5344CB8AC3E}">
        <p14:creationId xmlns:p14="http://schemas.microsoft.com/office/powerpoint/2010/main" val="148125144"/>
      </p:ext>
    </p:extLst>
  </p:cSld>
  <p:clrMapOvr>
    <a:masterClrMapping/>
  </p:clrMapOvr>
</p:sld>
</file>

<file path=ppt/theme/theme1.xml><?xml version="1.0" encoding="utf-8"?>
<a:theme xmlns:a="http://schemas.openxmlformats.org/drawingml/2006/main" name="Office Theme">
  <a:themeElements>
    <a:clrScheme name="OSU Branded">
      <a:dk1>
        <a:srgbClr val="202324"/>
      </a:dk1>
      <a:lt1>
        <a:srgbClr val="FFFFFF"/>
      </a:lt1>
      <a:dk2>
        <a:srgbClr val="202324"/>
      </a:dk2>
      <a:lt2>
        <a:srgbClr val="FFFFFF"/>
      </a:lt2>
      <a:accent1>
        <a:srgbClr val="BA0C2F"/>
      </a:accent1>
      <a:accent2>
        <a:srgbClr val="737B7E"/>
      </a:accent2>
      <a:accent3>
        <a:srgbClr val="830065"/>
      </a:accent3>
      <a:accent4>
        <a:srgbClr val="6EBBAB"/>
      </a:accent4>
      <a:accent5>
        <a:srgbClr val="E65F33"/>
      </a:accent5>
      <a:accent6>
        <a:srgbClr val="80C75B"/>
      </a:accent6>
      <a:hlink>
        <a:srgbClr val="BA0C2F"/>
      </a:hlink>
      <a:folHlink>
        <a:srgbClr val="BA0C2F"/>
      </a:folHlink>
    </a:clrScheme>
    <a:fontScheme name="Ohio State - Buckeye Fonts">
      <a:majorFont>
        <a:latin typeface="Buckeye Serif Black"/>
        <a:ea typeface=""/>
        <a:cs typeface=""/>
      </a:majorFont>
      <a:minorFont>
        <a:latin typeface="Buckey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b1e7f3e-bb12-474b-b482-4fa739e63894">
      <Terms xmlns="http://schemas.microsoft.com/office/infopath/2007/PartnerControls"/>
    </lcf76f155ced4ddcb4097134ff3c332f>
    <TaxCatchAll xmlns="3ce6d955-4258-458b-ac6b-518e3d6206e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DE8FF7B1B1D3747A56B7EC5FBA5B9DF" ma:contentTypeVersion="19" ma:contentTypeDescription="Create a new document." ma:contentTypeScope="" ma:versionID="edb163e7a93b8a69703ec0e1da8fae15">
  <xsd:schema xmlns:xsd="http://www.w3.org/2001/XMLSchema" xmlns:xs="http://www.w3.org/2001/XMLSchema" xmlns:p="http://schemas.microsoft.com/office/2006/metadata/properties" xmlns:ns2="8b1e7f3e-bb12-474b-b482-4fa739e63894" xmlns:ns3="3ce6d955-4258-458b-ac6b-518e3d6206e9" targetNamespace="http://schemas.microsoft.com/office/2006/metadata/properties" ma:root="true" ma:fieldsID="b346819a607a7900e34d8320c2b15188" ns2:_="" ns3:_="">
    <xsd:import namespace="8b1e7f3e-bb12-474b-b482-4fa739e63894"/>
    <xsd:import namespace="3ce6d955-4258-458b-ac6b-518e3d6206e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3:TaxCatchAll" minOccurs="0"/>
                <xsd:element ref="ns2:lcf76f155ced4ddcb4097134ff3c332f"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1e7f3e-bb12-474b-b482-4fa739e638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7b434354-605c-4a24-9fd5-b21458dd13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e6d955-4258-458b-ac6b-518e3d6206e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64ea684d-1910-4ad9-a292-ff73b776d231}" ma:internalName="TaxCatchAll" ma:showField="CatchAllData" ma:web="3ce6d955-4258-458b-ac6b-518e3d6206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A5B590-EC41-47D6-9826-DB3928C76193}">
  <ds:schemaRefs>
    <ds:schemaRef ds:uri="3ce6d955-4258-458b-ac6b-518e3d6206e9"/>
    <ds:schemaRef ds:uri="8b1e7f3e-bb12-474b-b482-4fa739e63894"/>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2.xml><?xml version="1.0" encoding="utf-8"?>
<ds:datastoreItem xmlns:ds="http://schemas.openxmlformats.org/officeDocument/2006/customXml" ds:itemID="{610A50B5-7B62-4872-873C-21BCDE7817DE}">
  <ds:schemaRefs>
    <ds:schemaRef ds:uri="3ce6d955-4258-458b-ac6b-518e3d6206e9"/>
    <ds:schemaRef ds:uri="8b1e7f3e-bb12-474b-b482-4fa739e638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8A8BEB66-0C0B-4B90-9CB4-1562F81D54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8820</Words>
  <Application>Microsoft Office PowerPoint</Application>
  <PresentationFormat>Widescreen</PresentationFormat>
  <Paragraphs>1154</Paragraphs>
  <Slides>122</Slides>
  <Notes>0</Notes>
  <HiddenSlides>9</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122</vt:i4>
      </vt:variant>
    </vt:vector>
  </HeadingPairs>
  <TitlesOfParts>
    <vt:vector size="131" baseType="lpstr">
      <vt:lpstr>Arial</vt:lpstr>
      <vt:lpstr>Buckeye Sans 2</vt:lpstr>
      <vt:lpstr>Buckeye Sans 2 Black</vt:lpstr>
      <vt:lpstr>Buckeye Serif 2 Black</vt:lpstr>
      <vt:lpstr>Buckeye Serif 2 SemiBold</vt:lpstr>
      <vt:lpstr>Calibri</vt:lpstr>
      <vt:lpstr>Courier New</vt:lpstr>
      <vt:lpstr>Wingdings</vt:lpstr>
      <vt:lpstr>Office Theme</vt:lpstr>
      <vt:lpstr>Welcome to  Python—Mastering the Basics with AI</vt:lpstr>
      <vt:lpstr>Learning objectives</vt:lpstr>
      <vt:lpstr>AI can …</vt:lpstr>
      <vt:lpstr>Mastering the basics can help you …</vt:lpstr>
      <vt:lpstr>Getting Started</vt:lpstr>
      <vt:lpstr>Three things you need …</vt:lpstr>
      <vt:lpstr>PowerPoint Presentation</vt:lpstr>
      <vt:lpstr>Variables</vt:lpstr>
      <vt:lpstr>Mutuable vs. Immutable</vt:lpstr>
      <vt:lpstr>Working with variables</vt:lpstr>
      <vt:lpstr>Naming rules</vt:lpstr>
      <vt:lpstr>Reserved keywords</vt:lpstr>
      <vt:lpstr>Basic math operators</vt:lpstr>
      <vt:lpstr>PowerPoint Presentation</vt:lpstr>
      <vt:lpstr> Exercise 1: Find data type</vt:lpstr>
      <vt:lpstr> Solution</vt:lpstr>
      <vt:lpstr>Working with strings</vt:lpstr>
      <vt:lpstr>Working with strings</vt:lpstr>
      <vt:lpstr>Assigning strings to variables</vt:lpstr>
      <vt:lpstr>String indexing and slicing</vt:lpstr>
      <vt:lpstr>Slice a substring</vt:lpstr>
      <vt:lpstr>Negative indexing</vt:lpstr>
      <vt:lpstr> Exercise 2: Slice Carmen Ohio</vt:lpstr>
      <vt:lpstr>Effective plain-language AI prompts …</vt:lpstr>
      <vt:lpstr> Solution</vt:lpstr>
      <vt:lpstr>Reading and writing files</vt:lpstr>
      <vt:lpstr>PowerPoint Presentation</vt:lpstr>
      <vt:lpstr>PowerPoint Presentation</vt:lpstr>
      <vt:lpstr>PowerPoint Presentation</vt:lpstr>
      <vt:lpstr>PowerPoint Presentation</vt:lpstr>
      <vt:lpstr>PowerPoint Presentation</vt:lpstr>
      <vt:lpstr>Common string methods</vt:lpstr>
      <vt:lpstr>PowerPoint Presentation</vt:lpstr>
      <vt:lpstr> Exercise 3: Strings</vt:lpstr>
      <vt:lpstr> Solution</vt:lpstr>
      <vt:lpstr>PowerPoint Presentation</vt:lpstr>
      <vt:lpstr>PowerPoint Presentation</vt:lpstr>
      <vt:lpstr>Conditionals and comparisons</vt:lpstr>
      <vt:lpstr>PowerPoint Presentation</vt:lpstr>
      <vt:lpstr>PowerPoint Presentation</vt:lpstr>
      <vt:lpstr>Using if, elif, and else</vt:lpstr>
      <vt:lpstr>Comparison operators</vt:lpstr>
      <vt:lpstr> Exercise 4: Conditions and Comparisons</vt:lpstr>
      <vt:lpstr> Solution</vt:lpstr>
      <vt:lpstr>Logical operators</vt:lpstr>
      <vt:lpstr>PowerPoint Presentation</vt:lpstr>
      <vt:lpstr>PowerPoint Presentation</vt:lpstr>
      <vt:lpstr>Using the in keyword</vt:lpstr>
      <vt:lpstr>Lists and loops</vt:lpstr>
      <vt:lpstr>Accessing list items</vt:lpstr>
      <vt:lpstr>PowerPoint Presentation</vt:lpstr>
      <vt:lpstr> Exercise 5: Extract list items</vt:lpstr>
      <vt:lpstr> Solution</vt:lpstr>
      <vt:lpstr> Exercise 6: Step through a list</vt:lpstr>
      <vt:lpstr> Solution</vt:lpstr>
      <vt:lpstr>Common list methods</vt:lpstr>
      <vt:lpstr>PowerPoint Presentation</vt:lpstr>
      <vt:lpstr>Using loops with lists</vt:lpstr>
      <vt:lpstr>PowerPoint Presentation</vt:lpstr>
      <vt:lpstr>PowerPoint Presentation</vt:lpstr>
      <vt:lpstr> Exercise 7: Loops</vt:lpstr>
      <vt:lpstr> Solution</vt:lpstr>
      <vt:lpstr>Index or enumerate list items</vt:lpstr>
      <vt:lpstr>PowerPoint Presentation</vt:lpstr>
      <vt:lpstr>PowerPoint Presentation</vt:lpstr>
      <vt:lpstr> Exercise 8: Counter variables</vt:lpstr>
      <vt:lpstr> Solution</vt:lpstr>
      <vt:lpstr>Building lists with loops</vt:lpstr>
      <vt:lpstr>PowerPoint Presentation</vt:lpstr>
      <vt:lpstr>PowerPoint Presentation</vt:lpstr>
      <vt:lpstr>List comprehensions </vt:lpstr>
      <vt:lpstr>PowerPoint Presentation</vt:lpstr>
      <vt:lpstr>Dictionaries</vt:lpstr>
      <vt:lpstr>Accessing dictionary data</vt:lpstr>
      <vt:lpstr>PowerPoint Presentation</vt:lpstr>
      <vt:lpstr>Modifying and adding data</vt:lpstr>
      <vt:lpstr>PowerPoint Presentation</vt:lpstr>
      <vt:lpstr>PowerPoint Presentation</vt:lpstr>
      <vt:lpstr>PowerPoint Presentation</vt:lpstr>
      <vt:lpstr>PowerPoint Presentation</vt:lpstr>
      <vt:lpstr>Looping through a dictionary</vt:lpstr>
      <vt:lpstr>PowerPoint Presentation</vt:lpstr>
      <vt:lpstr>Looping through a nested dictionary</vt:lpstr>
      <vt:lpstr>PowerPoint Presentation</vt:lpstr>
      <vt:lpstr>PowerPoint Presentation</vt:lpstr>
      <vt:lpstr>Functions in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Exercise 9: Functions</vt:lpstr>
      <vt:lpstr> Solution</vt:lpstr>
      <vt:lpstr>Export data to CSV file</vt:lpstr>
      <vt:lpstr>PowerPoint Presentation</vt:lpstr>
      <vt:lpstr>PowerPoint Presentation</vt:lpstr>
      <vt:lpstr>pandas</vt:lpstr>
      <vt:lpstr>PowerPoint Presentation</vt:lpstr>
      <vt:lpstr>PowerPoint Presentation</vt:lpstr>
      <vt:lpstr>PowerPoint Presentation</vt:lpstr>
      <vt:lpstr>PowerPoint Presentation</vt:lpstr>
      <vt:lpstr>PowerPoint Presentation</vt:lpstr>
      <vt:lpstr>PROJECT</vt:lpstr>
      <vt:lpstr>PowerPoint Presentation</vt:lpstr>
      <vt:lpstr> Tip: Let Copilot Help You Write Better Prompts</vt:lpstr>
      <vt:lpstr>Copyright | Terms of Use</vt:lpstr>
      <vt:lpstr>PowerPoint Presentation</vt:lpstr>
      <vt:lpstr>PowerPoint Presentation</vt:lpstr>
      <vt:lpstr>requests</vt:lpstr>
      <vt:lpstr>Beautiful Soup</vt:lpstr>
      <vt:lpstr>PowerPoint Presentation</vt:lpstr>
      <vt:lpstr>Problem decomposition</vt:lpstr>
      <vt:lpstr>PowerPoint Presentation</vt:lpstr>
      <vt:lpstr>PowerPoint Presentation</vt:lpstr>
      <vt:lpstr>PowerPoint Presentation</vt:lpstr>
      <vt:lpstr>Problem decomposition</vt:lpstr>
      <vt:lpstr>os module</vt:lpstr>
      <vt:lpstr>PowerPoint Presentation</vt:lpstr>
      <vt:lpstr>Problem decomposition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Hoy, Mary</dc:creator>
  <cp:lastModifiedBy>Murphy, Sarah</cp:lastModifiedBy>
  <cp:revision>1</cp:revision>
  <dcterms:created xsi:type="dcterms:W3CDTF">2021-09-24T16:29:17Z</dcterms:created>
  <dcterms:modified xsi:type="dcterms:W3CDTF">2026-06-29T12:14:28Z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0x010100EDE8FF7B1B1D3747A56B7EC5FBA5B9DF</vt:lpwstr>
  </property>
  <property fmtid="{D5CDD505-2E9C-101B-9397-08002B2CF9AE}" pid="3" name="MediaServiceImageTags">
    <vt:lpwstr/>
  </property>
</Properties>
</file>